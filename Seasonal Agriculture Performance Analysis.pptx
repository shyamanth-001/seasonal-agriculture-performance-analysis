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968">
          <p15:clr>
            <a:srgbClr val="A4A3A4"/>
          </p15:clr>
        </p15:guide>
        <p15:guide id="2" pos="408">
          <p15:clr>
            <a:srgbClr val="A4A3A4"/>
          </p15:clr>
        </p15:guide>
        <p15:guide id="3" orient="horz" pos="3912">
          <p15:clr>
            <a:srgbClr val="A4A3A4"/>
          </p15:clr>
        </p15:guide>
        <p15:guide id="4" pos="7272">
          <p15:clr>
            <a:srgbClr val="A4A3A4"/>
          </p15:clr>
        </p15:guide>
        <p15:guide id="5" orient="horz" pos="165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968" orient="horz"/>
        <p:guide pos="408"/>
        <p:guide pos="3912" orient="horz"/>
        <p:guide pos="7272"/>
        <p:guide pos="1656" orient="horz"/>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3" name="Shape 193"/>
        <p:cNvGrpSpPr/>
        <p:nvPr/>
      </p:nvGrpSpPr>
      <p:grpSpPr>
        <a:xfrm>
          <a:off x="0" y="0"/>
          <a:ext cx="0" cy="0"/>
          <a:chOff x="0" y="0"/>
          <a:chExt cx="0" cy="0"/>
        </a:xfrm>
      </p:grpSpPr>
      <p:sp>
        <p:nvSpPr>
          <p:cNvPr id="194" name="Google Shape;19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5" name="Google Shape;19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7" name="Google Shape;227;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8" name="Google Shape;228;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6" name="Google Shape;24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0" name="Google Shape;29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8" name="Google Shape;298;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5" name="Google Shape;30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Quote">
    <p:spTree>
      <p:nvGrpSpPr>
        <p:cNvPr id="29" name="Shape 29"/>
        <p:cNvGrpSpPr/>
        <p:nvPr/>
      </p:nvGrpSpPr>
      <p:grpSpPr>
        <a:xfrm>
          <a:off x="0" y="0"/>
          <a:ext cx="0" cy="0"/>
          <a:chOff x="0" y="0"/>
          <a:chExt cx="0" cy="0"/>
        </a:xfrm>
      </p:grpSpPr>
      <p:sp>
        <p:nvSpPr>
          <p:cNvPr id="30" name="Google Shape;30;p2"/>
          <p:cNvSpPr txBox="1"/>
          <p:nvPr>
            <p:ph idx="1" type="body"/>
          </p:nvPr>
        </p:nvSpPr>
        <p:spPr>
          <a:xfrm>
            <a:off x="6312871" y="4141999"/>
            <a:ext cx="4220845" cy="861497"/>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228600" lvl="1" marL="914400" algn="l">
              <a:spcBef>
                <a:spcPts val="1000"/>
              </a:spcBef>
              <a:spcAft>
                <a:spcPts val="0"/>
              </a:spcAft>
              <a:buSzPts val="1600"/>
              <a:buNone/>
              <a:defRPr sz="2000"/>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1" name="Google Shape;31;p2"/>
          <p:cNvSpPr/>
          <p:nvPr/>
        </p:nvSpPr>
        <p:spPr>
          <a:xfrm>
            <a:off x="740309" y="1382809"/>
            <a:ext cx="1229566" cy="1059971"/>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2" name="Google Shape;32;p2"/>
          <p:cNvSpPr/>
          <p:nvPr/>
        </p:nvSpPr>
        <p:spPr>
          <a:xfrm>
            <a:off x="3755031" y="1194620"/>
            <a:ext cx="1666162" cy="1436347"/>
          </a:xfrm>
          <a:prstGeom prst="hexagon">
            <a:avLst>
              <a:gd fmla="val 25000" name="adj"/>
              <a:gd fmla="val 115470" name="vf"/>
            </a:avLst>
          </a:prstGeom>
          <a:solidFill>
            <a:schemeClr val="accent3"/>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3" name="Google Shape;33;p2"/>
          <p:cNvSpPr/>
          <p:nvPr/>
        </p:nvSpPr>
        <p:spPr>
          <a:xfrm>
            <a:off x="3804994" y="5233183"/>
            <a:ext cx="718261" cy="619191"/>
          </a:xfrm>
          <a:prstGeom prst="hexagon">
            <a:avLst>
              <a:gd fmla="val 25000" name="adj"/>
              <a:gd fmla="val 115470" name="vf"/>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4" name="Google Shape;34;p2"/>
          <p:cNvSpPr/>
          <p:nvPr/>
        </p:nvSpPr>
        <p:spPr>
          <a:xfrm>
            <a:off x="1837838" y="1101306"/>
            <a:ext cx="651613" cy="561736"/>
          </a:xfrm>
          <a:prstGeom prst="hexagon">
            <a:avLst>
              <a:gd fmla="val 25000" name="adj"/>
              <a:gd fmla="val 115470" name="vf"/>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Trebuchet MS"/>
              <a:ea typeface="Trebuchet MS"/>
              <a:cs typeface="Trebuchet MS"/>
              <a:sym typeface="Trebuchet MS"/>
            </a:endParaRPr>
          </a:p>
        </p:txBody>
      </p:sp>
      <p:sp>
        <p:nvSpPr>
          <p:cNvPr id="35" name="Google Shape;35;p2"/>
          <p:cNvSpPr/>
          <p:nvPr>
            <p:ph idx="2" type="pic"/>
          </p:nvPr>
        </p:nvSpPr>
        <p:spPr>
          <a:xfrm>
            <a:off x="1571515" y="1914044"/>
            <a:ext cx="3993624" cy="3617848"/>
          </a:xfrm>
          <a:prstGeom prst="rect">
            <a:avLst/>
          </a:prstGeom>
          <a:noFill/>
          <a:ln>
            <a:noFill/>
          </a:ln>
        </p:spPr>
      </p:sp>
      <p:sp>
        <p:nvSpPr>
          <p:cNvPr id="36" name="Google Shape;36;p2"/>
          <p:cNvSpPr txBox="1"/>
          <p:nvPr>
            <p:ph type="title"/>
          </p:nvPr>
        </p:nvSpPr>
        <p:spPr>
          <a:xfrm>
            <a:off x="6312871" y="2050552"/>
            <a:ext cx="4998720" cy="1748983"/>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2800"/>
              <a:buFont typeface="Trebuchet MS"/>
              <a:buNone/>
              <a:defRPr sz="2800">
                <a:solidFill>
                  <a:schemeClr val="dk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127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7" name="Shape 37"/>
        <p:cNvGrpSpPr/>
        <p:nvPr/>
      </p:nvGrpSpPr>
      <p:grpSpPr>
        <a:xfrm>
          <a:off x="0" y="0"/>
          <a:ext cx="0" cy="0"/>
          <a:chOff x="0" y="0"/>
          <a:chExt cx="0" cy="0"/>
        </a:xfrm>
      </p:grpSpPr>
      <p:sp>
        <p:nvSpPr>
          <p:cNvPr id="38" name="Google Shape;38;p3"/>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spcBef>
                <a:spcPts val="1000"/>
              </a:spcBef>
              <a:spcAft>
                <a:spcPts val="0"/>
              </a:spcAft>
              <a:buClr>
                <a:schemeClr val="accent4"/>
              </a:buClr>
              <a:buSzPts val="1600"/>
              <a:buFont typeface="Noto Sans Symbols"/>
              <a:buChar char="▪"/>
              <a:defRPr sz="2000"/>
            </a:lvl1pPr>
            <a:lvl2pPr indent="-320040" lvl="1" marL="914400" algn="l">
              <a:spcBef>
                <a:spcPts val="1000"/>
              </a:spcBef>
              <a:spcAft>
                <a:spcPts val="0"/>
              </a:spcAft>
              <a:buClr>
                <a:schemeClr val="accent4"/>
              </a:buClr>
              <a:buSzPts val="1440"/>
              <a:buFont typeface="Noto Sans Symbols"/>
              <a:buChar char="▪"/>
              <a:defRPr sz="1800"/>
            </a:lvl2pPr>
            <a:lvl3pPr indent="-309880" lvl="2" marL="1371600" algn="l">
              <a:spcBef>
                <a:spcPts val="1000"/>
              </a:spcBef>
              <a:spcAft>
                <a:spcPts val="0"/>
              </a:spcAft>
              <a:buClr>
                <a:schemeClr val="accent4"/>
              </a:buClr>
              <a:buSzPts val="1280"/>
              <a:buFont typeface="Noto Sans Symbols"/>
              <a:buChar char="▪"/>
              <a:defRPr sz="1600"/>
            </a:lvl3pPr>
            <a:lvl4pPr indent="-309880" lvl="3" marL="1828800" algn="l">
              <a:spcBef>
                <a:spcPts val="1000"/>
              </a:spcBef>
              <a:spcAft>
                <a:spcPts val="0"/>
              </a:spcAft>
              <a:buClr>
                <a:schemeClr val="accent4"/>
              </a:buClr>
              <a:buSzPts val="1280"/>
              <a:buFont typeface="Noto Sans Symbols"/>
              <a:buChar char="▪"/>
              <a:defRPr sz="1600"/>
            </a:lvl4pPr>
            <a:lvl5pPr indent="-309880" lvl="4" marL="2286000" algn="l">
              <a:spcBef>
                <a:spcPts val="1000"/>
              </a:spcBef>
              <a:spcAft>
                <a:spcPts val="0"/>
              </a:spcAft>
              <a:buClr>
                <a:schemeClr val="accent4"/>
              </a:buClr>
              <a:buSzPts val="1280"/>
              <a:buFont typeface="Noto Sans Symbols"/>
              <a:buChar char="▪"/>
              <a:defRPr sz="16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39" name="Google Shape;39;p3"/>
          <p:cNvSpPr/>
          <p:nvPr/>
        </p:nvSpPr>
        <p:spPr>
          <a:xfrm>
            <a:off x="9354457" y="5363987"/>
            <a:ext cx="457200" cy="457200"/>
          </a:xfrm>
          <a:prstGeom prst="rect">
            <a:avLst/>
          </a:prstGeom>
          <a:solidFill>
            <a:schemeClr val="accent5"/>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0" name="Google Shape;40;p3"/>
          <p:cNvSpPr/>
          <p:nvPr/>
        </p:nvSpPr>
        <p:spPr>
          <a:xfrm>
            <a:off x="6692791" y="1699889"/>
            <a:ext cx="319749" cy="319749"/>
          </a:xfrm>
          <a:prstGeom prst="rect">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1" name="Google Shape;41;p3"/>
          <p:cNvSpPr/>
          <p:nvPr/>
        </p:nvSpPr>
        <p:spPr>
          <a:xfrm>
            <a:off x="9354457" y="5897738"/>
            <a:ext cx="179977" cy="179977"/>
          </a:xfrm>
          <a:prstGeom prst="rect">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42" name="Google Shape;42;p3"/>
          <p:cNvSpPr/>
          <p:nvPr>
            <p:ph idx="2" type="pic"/>
          </p:nvPr>
        </p:nvSpPr>
        <p:spPr>
          <a:xfrm>
            <a:off x="7090227" y="786181"/>
            <a:ext cx="4441372" cy="5393036"/>
          </a:xfrm>
          <a:prstGeom prst="rect">
            <a:avLst/>
          </a:prstGeom>
          <a:noFill/>
          <a:ln>
            <a:noFill/>
          </a:ln>
        </p:spPr>
      </p:sp>
      <p:sp>
        <p:nvSpPr>
          <p:cNvPr id="43" name="Google Shape;43;p3"/>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troduction">
  <p:cSld name="Introduction">
    <p:spTree>
      <p:nvGrpSpPr>
        <p:cNvPr id="44" name="Shape 44"/>
        <p:cNvGrpSpPr/>
        <p:nvPr/>
      </p:nvGrpSpPr>
      <p:grpSpPr>
        <a:xfrm>
          <a:off x="0" y="0"/>
          <a:ext cx="0" cy="0"/>
          <a:chOff x="0" y="0"/>
          <a:chExt cx="0" cy="0"/>
        </a:xfrm>
      </p:grpSpPr>
      <p:sp>
        <p:nvSpPr>
          <p:cNvPr id="45" name="Google Shape;45;p4"/>
          <p:cNvSpPr/>
          <p:nvPr/>
        </p:nvSpPr>
        <p:spPr>
          <a:xfrm>
            <a:off x="7362825" y="443263"/>
            <a:ext cx="361950" cy="361950"/>
          </a:xfrm>
          <a:prstGeom prst="ellipse">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6" name="Google Shape;46;p4"/>
          <p:cNvSpPr/>
          <p:nvPr/>
        </p:nvSpPr>
        <p:spPr>
          <a:xfrm>
            <a:off x="11007246" y="5605994"/>
            <a:ext cx="654227" cy="654227"/>
          </a:xfrm>
          <a:prstGeom prst="ellipse">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7" name="Google Shape;47;p4"/>
          <p:cNvSpPr/>
          <p:nvPr/>
        </p:nvSpPr>
        <p:spPr>
          <a:xfrm>
            <a:off x="10683791" y="6132439"/>
            <a:ext cx="251152" cy="251152"/>
          </a:xfrm>
          <a:prstGeom prst="ellipse">
            <a:avLst/>
          </a:prstGeom>
          <a:solidFill>
            <a:schemeClr val="accent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accent5"/>
              </a:solidFill>
              <a:latin typeface="Trebuchet MS"/>
              <a:ea typeface="Trebuchet MS"/>
              <a:cs typeface="Trebuchet MS"/>
              <a:sym typeface="Trebuchet MS"/>
            </a:endParaRPr>
          </a:p>
        </p:txBody>
      </p:sp>
      <p:sp>
        <p:nvSpPr>
          <p:cNvPr id="48" name="Google Shape;48;p4"/>
          <p:cNvSpPr/>
          <p:nvPr>
            <p:ph idx="2" type="pic"/>
          </p:nvPr>
        </p:nvSpPr>
        <p:spPr>
          <a:xfrm>
            <a:off x="5733416" y="624239"/>
            <a:ext cx="5855754" cy="5631571"/>
          </a:xfrm>
          <a:prstGeom prst="rect">
            <a:avLst/>
          </a:prstGeom>
          <a:noFill/>
          <a:ln>
            <a:noFill/>
          </a:ln>
        </p:spPr>
      </p:sp>
      <p:sp>
        <p:nvSpPr>
          <p:cNvPr id="49" name="Google Shape;49;p4"/>
          <p:cNvSpPr txBox="1"/>
          <p:nvPr>
            <p:ph idx="1" type="body"/>
          </p:nvPr>
        </p:nvSpPr>
        <p:spPr>
          <a:xfrm>
            <a:off x="660400" y="2044700"/>
            <a:ext cx="4275138" cy="3560763"/>
          </a:xfrm>
          <a:prstGeom prst="rect">
            <a:avLst/>
          </a:prstGeom>
          <a:noFill/>
          <a:ln>
            <a:noFill/>
          </a:ln>
        </p:spPr>
        <p:txBody>
          <a:bodyPr anchorCtr="0" anchor="t" bIns="45700" lIns="91425" spcFirstLastPara="1" rIns="91425" wrap="square" tIns="45700">
            <a:normAutofit/>
          </a:bodyPr>
          <a:lstStyle>
            <a:lvl1pPr indent="-330200" lvl="0" marL="457200" algn="l">
              <a:lnSpc>
                <a:spcPct val="150000"/>
              </a:lnSpc>
              <a:spcBef>
                <a:spcPts val="1000"/>
              </a:spcBef>
              <a:spcAft>
                <a:spcPts val="0"/>
              </a:spcAft>
              <a:buClr>
                <a:schemeClr val="accent4"/>
              </a:buClr>
              <a:buSzPts val="1600"/>
              <a:buFont typeface="Noto Sans Symbols"/>
              <a:buChar char="▪"/>
              <a:defRPr sz="2000"/>
            </a:lvl1pPr>
            <a:lvl2pPr indent="-330200" lvl="1" marL="914400" algn="l">
              <a:spcBef>
                <a:spcPts val="1000"/>
              </a:spcBef>
              <a:spcAft>
                <a:spcPts val="0"/>
              </a:spcAft>
              <a:buClr>
                <a:schemeClr val="accent4"/>
              </a:buClr>
              <a:buSzPts val="1600"/>
              <a:buFont typeface="Noto Sans Symbols"/>
              <a:buChar char="▪"/>
              <a:defRPr sz="2000"/>
            </a:lvl2pPr>
            <a:lvl3pPr indent="-320040" lvl="2" marL="1371600" algn="l">
              <a:spcBef>
                <a:spcPts val="1000"/>
              </a:spcBef>
              <a:spcAft>
                <a:spcPts val="0"/>
              </a:spcAft>
              <a:buClr>
                <a:schemeClr val="accent4"/>
              </a:buClr>
              <a:buSzPts val="1440"/>
              <a:buFont typeface="Noto Sans Symbols"/>
              <a:buChar char="▪"/>
              <a:defRPr sz="1800"/>
            </a:lvl3pPr>
            <a:lvl4pPr indent="-320040" lvl="3" marL="1828800" algn="l">
              <a:spcBef>
                <a:spcPts val="1000"/>
              </a:spcBef>
              <a:spcAft>
                <a:spcPts val="0"/>
              </a:spcAft>
              <a:buClr>
                <a:schemeClr val="accent4"/>
              </a:buClr>
              <a:buSzPts val="1440"/>
              <a:buFont typeface="Noto Sans Symbols"/>
              <a:buChar char="▪"/>
              <a:defRPr sz="1800"/>
            </a:lvl4pPr>
            <a:lvl5pPr indent="-320040" lvl="4" marL="2286000" algn="l">
              <a:spcBef>
                <a:spcPts val="1000"/>
              </a:spcBef>
              <a:spcAft>
                <a:spcPts val="0"/>
              </a:spcAft>
              <a:buClr>
                <a:schemeClr val="accent4"/>
              </a:buClr>
              <a:buSzPts val="1440"/>
              <a:buFont typeface="Noto Sans Symbols"/>
              <a:buChar char="▪"/>
              <a:defRPr sz="1800"/>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50" name="Google Shape;50;p4"/>
          <p:cNvSpPr txBox="1"/>
          <p:nvPr>
            <p:ph type="title"/>
          </p:nvPr>
        </p:nvSpPr>
        <p:spPr>
          <a:xfrm>
            <a:off x="660400" y="805213"/>
            <a:ext cx="4275138" cy="830997"/>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800"/>
              <a:buFont typeface="Trebuchet MS"/>
              <a:buNone/>
              <a:defRPr b="1" sz="4800">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extLst>
    <p:ext uri="{DCECCB84-F9BA-43D5-87BE-67443E8EF086}">
      <p15:sldGuideLst>
        <p15:guide id="1" orient="horz" pos="21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am">
  <p:cSld name="Team">
    <p:spTree>
      <p:nvGrpSpPr>
        <p:cNvPr id="51" name="Shape 51"/>
        <p:cNvGrpSpPr/>
        <p:nvPr/>
      </p:nvGrpSpPr>
      <p:grpSpPr>
        <a:xfrm>
          <a:off x="0" y="0"/>
          <a:ext cx="0" cy="0"/>
          <a:chOff x="0" y="0"/>
          <a:chExt cx="0" cy="0"/>
        </a:xfrm>
      </p:grpSpPr>
      <p:sp>
        <p:nvSpPr>
          <p:cNvPr id="52" name="Google Shape;52;p5"/>
          <p:cNvSpPr/>
          <p:nvPr>
            <p:ph idx="2" type="pic"/>
          </p:nvPr>
        </p:nvSpPr>
        <p:spPr>
          <a:xfrm>
            <a:off x="5353508" y="2555551"/>
            <a:ext cx="1484985" cy="1280160"/>
          </a:xfrm>
          <a:prstGeom prst="rect">
            <a:avLst/>
          </a:prstGeom>
          <a:noFill/>
          <a:ln>
            <a:noFill/>
          </a:ln>
        </p:spPr>
      </p:sp>
      <p:sp>
        <p:nvSpPr>
          <p:cNvPr id="53" name="Google Shape;53;p5"/>
          <p:cNvSpPr/>
          <p:nvPr>
            <p:ph idx="3" type="pic"/>
          </p:nvPr>
        </p:nvSpPr>
        <p:spPr>
          <a:xfrm>
            <a:off x="3115921" y="2555551"/>
            <a:ext cx="1484985" cy="1280160"/>
          </a:xfrm>
          <a:prstGeom prst="rect">
            <a:avLst/>
          </a:prstGeom>
          <a:noFill/>
          <a:ln>
            <a:noFill/>
          </a:ln>
        </p:spPr>
      </p:sp>
      <p:sp>
        <p:nvSpPr>
          <p:cNvPr id="54" name="Google Shape;54;p5"/>
          <p:cNvSpPr/>
          <p:nvPr>
            <p:ph idx="4" type="pic"/>
          </p:nvPr>
        </p:nvSpPr>
        <p:spPr>
          <a:xfrm>
            <a:off x="7602465" y="2555551"/>
            <a:ext cx="1484985" cy="1280160"/>
          </a:xfrm>
          <a:prstGeom prst="rect">
            <a:avLst/>
          </a:prstGeom>
          <a:noFill/>
          <a:ln>
            <a:noFill/>
          </a:ln>
        </p:spPr>
      </p:sp>
      <p:sp>
        <p:nvSpPr>
          <p:cNvPr id="55" name="Google Shape;55;p5"/>
          <p:cNvSpPr/>
          <p:nvPr>
            <p:ph idx="5" type="pic"/>
          </p:nvPr>
        </p:nvSpPr>
        <p:spPr>
          <a:xfrm>
            <a:off x="9840051" y="2555551"/>
            <a:ext cx="1484985" cy="1280160"/>
          </a:xfrm>
          <a:prstGeom prst="rect">
            <a:avLst/>
          </a:prstGeom>
          <a:noFill/>
          <a:ln>
            <a:noFill/>
          </a:ln>
        </p:spPr>
      </p:sp>
      <p:sp>
        <p:nvSpPr>
          <p:cNvPr id="56" name="Google Shape;56;p5"/>
          <p:cNvSpPr txBox="1"/>
          <p:nvPr>
            <p:ph type="title"/>
          </p:nvPr>
        </p:nvSpPr>
        <p:spPr>
          <a:xfrm>
            <a:off x="432000" y="647700"/>
            <a:ext cx="11340000" cy="700114"/>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
          <p:cNvSpPr/>
          <p:nvPr/>
        </p:nvSpPr>
        <p:spPr>
          <a:xfrm>
            <a:off x="546669" y="3467555"/>
            <a:ext cx="458268" cy="395059"/>
          </a:xfrm>
          <a:prstGeom prst="hexagon">
            <a:avLst>
              <a:gd fmla="val 25000" name="adj"/>
              <a:gd fmla="val 115470" name="vf"/>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8" name="Google Shape;58;p5"/>
          <p:cNvSpPr/>
          <p:nvPr/>
        </p:nvSpPr>
        <p:spPr>
          <a:xfrm>
            <a:off x="11113337" y="2394722"/>
            <a:ext cx="358391" cy="308958"/>
          </a:xfrm>
          <a:prstGeom prst="hexagon">
            <a:avLst>
              <a:gd fmla="val 25000" name="adj"/>
              <a:gd fmla="val 115470" name="vf"/>
            </a:avLst>
          </a:prstGeom>
          <a:solidFill>
            <a:schemeClr val="accen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59" name="Google Shape;59;p5"/>
          <p:cNvSpPr/>
          <p:nvPr/>
        </p:nvSpPr>
        <p:spPr>
          <a:xfrm>
            <a:off x="10882649" y="2202202"/>
            <a:ext cx="230688" cy="198869"/>
          </a:xfrm>
          <a:prstGeom prst="hexagon">
            <a:avLst>
              <a:gd fmla="val 25000" name="adj"/>
              <a:gd fmla="val 115470" name="vf"/>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60" name="Google Shape;60;p5"/>
          <p:cNvSpPr txBox="1"/>
          <p:nvPr>
            <p:ph idx="1" type="body"/>
          </p:nvPr>
        </p:nvSpPr>
        <p:spPr>
          <a:xfrm>
            <a:off x="546668"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1" name="Google Shape;61;p5"/>
          <p:cNvSpPr txBox="1"/>
          <p:nvPr>
            <p:ph idx="6" type="body"/>
          </p:nvPr>
        </p:nvSpPr>
        <p:spPr>
          <a:xfrm>
            <a:off x="556692"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2" name="Google Shape;62;p5"/>
          <p:cNvSpPr txBox="1"/>
          <p:nvPr>
            <p:ph idx="7" type="body"/>
          </p:nvPr>
        </p:nvSpPr>
        <p:spPr>
          <a:xfrm>
            <a:off x="2789482"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3" name="Google Shape;63;p5"/>
          <p:cNvSpPr txBox="1"/>
          <p:nvPr>
            <p:ph idx="8" type="body"/>
          </p:nvPr>
        </p:nvSpPr>
        <p:spPr>
          <a:xfrm>
            <a:off x="278948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4" name="Google Shape;64;p5"/>
          <p:cNvSpPr txBox="1"/>
          <p:nvPr>
            <p:ph idx="9" type="body"/>
          </p:nvPr>
        </p:nvSpPr>
        <p:spPr>
          <a:xfrm>
            <a:off x="5032296"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5" name="Google Shape;65;p5"/>
          <p:cNvSpPr txBox="1"/>
          <p:nvPr>
            <p:ph idx="13" type="body"/>
          </p:nvPr>
        </p:nvSpPr>
        <p:spPr>
          <a:xfrm>
            <a:off x="502920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6" name="Google Shape;66;p5"/>
          <p:cNvSpPr txBox="1"/>
          <p:nvPr>
            <p:ph idx="14" type="body"/>
          </p:nvPr>
        </p:nvSpPr>
        <p:spPr>
          <a:xfrm>
            <a:off x="7275110"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7" name="Google Shape;67;p5"/>
          <p:cNvSpPr txBox="1"/>
          <p:nvPr>
            <p:ph idx="15" type="body"/>
          </p:nvPr>
        </p:nvSpPr>
        <p:spPr>
          <a:xfrm>
            <a:off x="7275111"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8" name="Google Shape;68;p5"/>
          <p:cNvSpPr txBox="1"/>
          <p:nvPr>
            <p:ph idx="16" type="body"/>
          </p:nvPr>
        </p:nvSpPr>
        <p:spPr>
          <a:xfrm>
            <a:off x="9517923" y="4172761"/>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600"/>
              <a:buNone/>
              <a:defRPr b="1" sz="2000">
                <a:solidFill>
                  <a:schemeClr val="accent4"/>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69" name="Google Shape;69;p5"/>
          <p:cNvSpPr txBox="1"/>
          <p:nvPr>
            <p:ph idx="17" type="body"/>
          </p:nvPr>
        </p:nvSpPr>
        <p:spPr>
          <a:xfrm>
            <a:off x="9517923" y="4588259"/>
            <a:ext cx="2139696" cy="344312"/>
          </a:xfrm>
          <a:prstGeom prst="rect">
            <a:avLst/>
          </a:prstGeom>
          <a:noFill/>
          <a:ln>
            <a:noFill/>
          </a:ln>
        </p:spPr>
        <p:txBody>
          <a:bodyPr anchorCtr="0" anchor="t" bIns="45700" lIns="91425" spcFirstLastPara="1" rIns="91425" wrap="square" tIns="45700">
            <a:normAutofit/>
          </a:bodyPr>
          <a:lstStyle>
            <a:lvl1pPr indent="-228600" lvl="0" marL="457200" algn="ctr">
              <a:spcBef>
                <a:spcPts val="1000"/>
              </a:spcBef>
              <a:spcAft>
                <a:spcPts val="0"/>
              </a:spcAft>
              <a:buSzPts val="1280"/>
              <a:buNone/>
              <a:defRPr sz="1600">
                <a:solidFill>
                  <a:schemeClr val="dk1"/>
                </a:solidFill>
                <a:latin typeface="Trebuchet MS"/>
                <a:ea typeface="Trebuchet MS"/>
                <a:cs typeface="Trebuchet MS"/>
                <a:sym typeface="Trebuchet MS"/>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70" name="Google Shape;70;p5"/>
          <p:cNvSpPr/>
          <p:nvPr>
            <p:ph idx="18" type="pic"/>
          </p:nvPr>
        </p:nvSpPr>
        <p:spPr>
          <a:xfrm>
            <a:off x="878337" y="2555551"/>
            <a:ext cx="1484985" cy="1280160"/>
          </a:xfrm>
          <a:prstGeom prst="rect">
            <a:avLst/>
          </a:prstGeom>
          <a:noFill/>
          <a:ln>
            <a:noFill/>
          </a:ln>
        </p:spPr>
      </p:sp>
    </p:spTree>
  </p:cSld>
  <p:clrMapOvr>
    <a:masterClrMapping/>
  </p:clrMapOvr>
  <p:extLst>
    <p:ext uri="{DCECCB84-F9BA-43D5-87BE-67443E8EF086}">
      <p15:sldGuideLst>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71" name="Shape 71"/>
        <p:cNvGrpSpPr/>
        <p:nvPr/>
      </p:nvGrpSpPr>
      <p:grpSpPr>
        <a:xfrm>
          <a:off x="0" y="0"/>
          <a:ext cx="0" cy="0"/>
          <a:chOff x="0" y="0"/>
          <a:chExt cx="0" cy="0"/>
        </a:xfrm>
      </p:grpSpPr>
      <p:grpSp>
        <p:nvGrpSpPr>
          <p:cNvPr id="72" name="Google Shape;72;p6"/>
          <p:cNvGrpSpPr/>
          <p:nvPr/>
        </p:nvGrpSpPr>
        <p:grpSpPr>
          <a:xfrm>
            <a:off x="0" y="-8467"/>
            <a:ext cx="12192000" cy="6866467"/>
            <a:chOff x="0" y="-8467"/>
            <a:chExt cx="12192000" cy="6866467"/>
          </a:xfrm>
        </p:grpSpPr>
        <p:sp>
          <p:nvSpPr>
            <p:cNvPr id="73" name="Google Shape;73;p6"/>
            <p:cNvSpPr/>
            <p:nvPr/>
          </p:nvSpPr>
          <p:spPr>
            <a:xfrm>
              <a:off x="0" y="-7862"/>
              <a:ext cx="863600" cy="5698067"/>
            </a:xfrm>
            <a:custGeom>
              <a:rect b="b" l="l" r="r" t="t"/>
              <a:pathLst>
                <a:path extrusionOk="0" h="5698067" w="863600">
                  <a:moveTo>
                    <a:pt x="0" y="8467"/>
                  </a:moveTo>
                  <a:lnTo>
                    <a:pt x="863600" y="0"/>
                  </a:lnTo>
                  <a:lnTo>
                    <a:pt x="863600" y="16934"/>
                  </a:lnTo>
                  <a:lnTo>
                    <a:pt x="0" y="5698067"/>
                  </a:lnTo>
                  <a:lnTo>
                    <a:pt x="0" y="8467"/>
                  </a:lnTo>
                  <a:close/>
                </a:path>
              </a:pathLst>
            </a:custGeom>
            <a:solidFill>
              <a:schemeClr val="accent1">
                <a:alpha val="70196"/>
              </a:schemeClr>
            </a:solidFill>
            <a:ln>
              <a:noFill/>
            </a:ln>
          </p:spPr>
        </p:sp>
        <p:cxnSp>
          <p:nvCxnSpPr>
            <p:cNvPr id="74" name="Google Shape;74;p6"/>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75" name="Google Shape;75;p6"/>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76" name="Google Shape;76;p6"/>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77" name="Google Shape;77;p6"/>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78" name="Google Shape;78;p6"/>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6"/>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80" name="Google Shape;80;p6"/>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81" name="Google Shape;81;p6"/>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82" name="Google Shape;82;p6"/>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3" name="Google Shape;83;p6"/>
          <p:cNvSpPr txBox="1"/>
          <p:nvPr>
            <p:ph type="ctrTitle"/>
          </p:nvPr>
        </p:nvSpPr>
        <p:spPr>
          <a:xfrm>
            <a:off x="1507067" y="2404534"/>
            <a:ext cx="7766936" cy="1646302"/>
          </a:xfrm>
          <a:prstGeom prst="rect">
            <a:avLst/>
          </a:prstGeom>
          <a:noFill/>
          <a:ln>
            <a:noFill/>
          </a:ln>
        </p:spPr>
        <p:txBody>
          <a:bodyPr anchorCtr="0" anchor="b" bIns="45700" lIns="91425" spcFirstLastPara="1" rIns="91425" wrap="square" tIns="45700">
            <a:noAutofit/>
          </a:bodyPr>
          <a:lstStyle>
            <a:lvl1pPr lvl="0" algn="r">
              <a:spcBef>
                <a:spcPts val="0"/>
              </a:spcBef>
              <a:spcAft>
                <a:spcPts val="0"/>
              </a:spcAft>
              <a:buClr>
                <a:schemeClr val="accent1"/>
              </a:buClr>
              <a:buSzPts val="5400"/>
              <a:buFont typeface="Trebuchet MS"/>
              <a:buNone/>
              <a:defRPr sz="5400">
                <a:solidFill>
                  <a:schemeClr val="accen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6"/>
          <p:cNvSpPr txBox="1"/>
          <p:nvPr>
            <p:ph idx="1" type="subTitle"/>
          </p:nvPr>
        </p:nvSpPr>
        <p:spPr>
          <a:xfrm>
            <a:off x="1507067" y="4050833"/>
            <a:ext cx="7766936" cy="1096899"/>
          </a:xfrm>
          <a:prstGeom prst="rect">
            <a:avLst/>
          </a:prstGeom>
          <a:noFill/>
          <a:ln>
            <a:noFill/>
          </a:ln>
        </p:spPr>
        <p:txBody>
          <a:bodyPr anchorCtr="0" anchor="t" bIns="45700" lIns="91425" spcFirstLastPara="1" rIns="91425" wrap="square" tIns="45700">
            <a:normAutofit/>
          </a:bodyPr>
          <a:lstStyle>
            <a:lvl1pPr lvl="0" algn="r">
              <a:spcBef>
                <a:spcPts val="1000"/>
              </a:spcBef>
              <a:spcAft>
                <a:spcPts val="0"/>
              </a:spcAft>
              <a:buSzPts val="1440"/>
              <a:buNone/>
              <a:defRPr>
                <a:solidFill>
                  <a:srgbClr val="7F7F7F"/>
                </a:solidFill>
              </a:defRPr>
            </a:lvl1pPr>
            <a:lvl2pPr lvl="1" algn="ctr">
              <a:spcBef>
                <a:spcPts val="1000"/>
              </a:spcBef>
              <a:spcAft>
                <a:spcPts val="0"/>
              </a:spcAft>
              <a:buSzPts val="1280"/>
              <a:buNone/>
              <a:defRPr>
                <a:solidFill>
                  <a:srgbClr val="888888"/>
                </a:solidFill>
              </a:defRPr>
            </a:lvl2pPr>
            <a:lvl3pPr lvl="2" algn="ctr">
              <a:spcBef>
                <a:spcPts val="1000"/>
              </a:spcBef>
              <a:spcAft>
                <a:spcPts val="0"/>
              </a:spcAft>
              <a:buSzPts val="1120"/>
              <a:buNone/>
              <a:defRPr>
                <a:solidFill>
                  <a:srgbClr val="888888"/>
                </a:solidFill>
              </a:defRPr>
            </a:lvl3pPr>
            <a:lvl4pPr lvl="3" algn="ctr">
              <a:spcBef>
                <a:spcPts val="1000"/>
              </a:spcBef>
              <a:spcAft>
                <a:spcPts val="0"/>
              </a:spcAft>
              <a:buSzPts val="960"/>
              <a:buNone/>
              <a:defRPr>
                <a:solidFill>
                  <a:srgbClr val="888888"/>
                </a:solidFill>
              </a:defRPr>
            </a:lvl4pPr>
            <a:lvl5pPr lvl="4" algn="ctr">
              <a:spcBef>
                <a:spcPts val="1000"/>
              </a:spcBef>
              <a:spcAft>
                <a:spcPts val="0"/>
              </a:spcAft>
              <a:buSzPts val="960"/>
              <a:buNone/>
              <a:defRPr>
                <a:solidFill>
                  <a:srgbClr val="888888"/>
                </a:solidFill>
              </a:defRPr>
            </a:lvl5pPr>
            <a:lvl6pPr lvl="5" algn="ctr">
              <a:spcBef>
                <a:spcPts val="1000"/>
              </a:spcBef>
              <a:spcAft>
                <a:spcPts val="0"/>
              </a:spcAft>
              <a:buSzPts val="960"/>
              <a:buNone/>
              <a:defRPr>
                <a:solidFill>
                  <a:srgbClr val="888888"/>
                </a:solidFill>
              </a:defRPr>
            </a:lvl6pPr>
            <a:lvl7pPr lvl="6" algn="ctr">
              <a:spcBef>
                <a:spcPts val="1000"/>
              </a:spcBef>
              <a:spcAft>
                <a:spcPts val="0"/>
              </a:spcAft>
              <a:buSzPts val="960"/>
              <a:buNone/>
              <a:defRPr>
                <a:solidFill>
                  <a:srgbClr val="888888"/>
                </a:solidFill>
              </a:defRPr>
            </a:lvl7pPr>
            <a:lvl8pPr lvl="7" algn="ctr">
              <a:spcBef>
                <a:spcPts val="1000"/>
              </a:spcBef>
              <a:spcAft>
                <a:spcPts val="0"/>
              </a:spcAft>
              <a:buSzPts val="960"/>
              <a:buNone/>
              <a:defRPr>
                <a:solidFill>
                  <a:srgbClr val="888888"/>
                </a:solidFill>
              </a:defRPr>
            </a:lvl8pPr>
            <a:lvl9pPr lvl="8" algn="ctr">
              <a:spcBef>
                <a:spcPts val="1000"/>
              </a:spcBef>
              <a:spcAft>
                <a:spcPts val="0"/>
              </a:spcAft>
              <a:buSzPts val="960"/>
              <a:buNone/>
              <a:defRPr>
                <a:solidFill>
                  <a:srgbClr val="888888"/>
                </a:solidFill>
              </a:defRPr>
            </a:lvl9pPr>
          </a:lstStyle>
          <a:p/>
        </p:txBody>
      </p:sp>
      <p:sp>
        <p:nvSpPr>
          <p:cNvPr id="85" name="Google Shape;85;p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8" name="Shape 88"/>
        <p:cNvGrpSpPr/>
        <p:nvPr/>
      </p:nvGrpSpPr>
      <p:grpSpPr>
        <a:xfrm>
          <a:off x="0" y="0"/>
          <a:ext cx="0" cy="0"/>
          <a:chOff x="0" y="0"/>
          <a:chExt cx="0" cy="0"/>
        </a:xfrm>
      </p:grpSpPr>
      <p:sp>
        <p:nvSpPr>
          <p:cNvPr id="89" name="Google Shape;89;p7"/>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7"/>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91" name="Google Shape;91;p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2" name="Google Shape;92;p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4" name="Shape 94"/>
        <p:cNvGrpSpPr/>
        <p:nvPr/>
      </p:nvGrpSpPr>
      <p:grpSpPr>
        <a:xfrm>
          <a:off x="0" y="0"/>
          <a:ext cx="0" cy="0"/>
          <a:chOff x="0" y="0"/>
          <a:chExt cx="0" cy="0"/>
        </a:xfrm>
      </p:grpSpPr>
      <p:sp>
        <p:nvSpPr>
          <p:cNvPr id="95" name="Google Shape;95;p8"/>
          <p:cNvSpPr txBox="1"/>
          <p:nvPr>
            <p:ph type="title"/>
          </p:nvPr>
        </p:nvSpPr>
        <p:spPr>
          <a:xfrm>
            <a:off x="677335" y="2700867"/>
            <a:ext cx="8596668" cy="1826581"/>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000"/>
              <a:buFont typeface="Trebuchet MS"/>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6" name="Google Shape;96;p8"/>
          <p:cNvSpPr txBox="1"/>
          <p:nvPr>
            <p:ph idx="1" type="body"/>
          </p:nvPr>
        </p:nvSpPr>
        <p:spPr>
          <a:xfrm>
            <a:off x="677335" y="4527448"/>
            <a:ext cx="8596668" cy="860400"/>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600"/>
              <a:buNone/>
              <a:defRPr sz="20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97" name="Google Shape;97;p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8" name="Google Shape;98;p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0" name="Shape 100"/>
        <p:cNvGrpSpPr/>
        <p:nvPr/>
      </p:nvGrpSpPr>
      <p:grpSpPr>
        <a:xfrm>
          <a:off x="0" y="0"/>
          <a:ext cx="0" cy="0"/>
          <a:chOff x="0" y="0"/>
          <a:chExt cx="0" cy="0"/>
        </a:xfrm>
      </p:grpSpPr>
      <p:sp>
        <p:nvSpPr>
          <p:cNvPr id="101" name="Google Shape;101;p9"/>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9"/>
          <p:cNvSpPr txBox="1"/>
          <p:nvPr>
            <p:ph idx="1" type="body"/>
          </p:nvPr>
        </p:nvSpPr>
        <p:spPr>
          <a:xfrm>
            <a:off x="677334" y="2160589"/>
            <a:ext cx="4184035" cy="3880772"/>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3" name="Google Shape;103;p9"/>
          <p:cNvSpPr txBox="1"/>
          <p:nvPr>
            <p:ph idx="2" type="body"/>
          </p:nvPr>
        </p:nvSpPr>
        <p:spPr>
          <a:xfrm>
            <a:off x="5089970" y="2160589"/>
            <a:ext cx="4184034" cy="3880773"/>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04" name="Google Shape;104;p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5" name="Google Shape;105;p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07" name="Shape 107"/>
        <p:cNvGrpSpPr/>
        <p:nvPr/>
      </p:nvGrpSpPr>
      <p:grpSpPr>
        <a:xfrm>
          <a:off x="0" y="0"/>
          <a:ext cx="0" cy="0"/>
          <a:chOff x="0" y="0"/>
          <a:chExt cx="0" cy="0"/>
        </a:xfrm>
      </p:grpSpPr>
      <p:sp>
        <p:nvSpPr>
          <p:cNvPr id="108" name="Google Shape;108;p1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3600"/>
              <a:buFont typeface="Trebuchet MS"/>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0"/>
          <p:cNvSpPr txBox="1"/>
          <p:nvPr>
            <p:ph idx="1" type="body"/>
          </p:nvPr>
        </p:nvSpPr>
        <p:spPr>
          <a:xfrm>
            <a:off x="675745" y="2160983"/>
            <a:ext cx="4185623"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0" name="Google Shape;110;p10"/>
          <p:cNvSpPr txBox="1"/>
          <p:nvPr>
            <p:ph idx="2" type="body"/>
          </p:nvPr>
        </p:nvSpPr>
        <p:spPr>
          <a:xfrm>
            <a:off x="675745" y="2737245"/>
            <a:ext cx="4185623"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1" name="Google Shape;111;p10"/>
          <p:cNvSpPr txBox="1"/>
          <p:nvPr>
            <p:ph idx="3" type="body"/>
          </p:nvPr>
        </p:nvSpPr>
        <p:spPr>
          <a:xfrm>
            <a:off x="5088383" y="2160983"/>
            <a:ext cx="4185618" cy="576262"/>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None/>
              <a:defRPr b="0" sz="2400"/>
            </a:lvl1pPr>
            <a:lvl2pPr indent="-228600" lvl="1" marL="914400" algn="l">
              <a:spcBef>
                <a:spcPts val="1000"/>
              </a:spcBef>
              <a:spcAft>
                <a:spcPts val="0"/>
              </a:spcAft>
              <a:buSzPts val="1600"/>
              <a:buNone/>
              <a:defRPr b="1" sz="2000"/>
            </a:lvl2pPr>
            <a:lvl3pPr indent="-228600" lvl="2" marL="1371600" algn="l">
              <a:spcBef>
                <a:spcPts val="1000"/>
              </a:spcBef>
              <a:spcAft>
                <a:spcPts val="0"/>
              </a:spcAft>
              <a:buSzPts val="1440"/>
              <a:buNone/>
              <a:defRPr b="1" sz="1800"/>
            </a:lvl3pPr>
            <a:lvl4pPr indent="-228600" lvl="3" marL="1828800" algn="l">
              <a:spcBef>
                <a:spcPts val="1000"/>
              </a:spcBef>
              <a:spcAft>
                <a:spcPts val="0"/>
              </a:spcAft>
              <a:buSzPts val="1280"/>
              <a:buNone/>
              <a:defRPr b="1" sz="1600"/>
            </a:lvl4pPr>
            <a:lvl5pPr indent="-228600" lvl="4" marL="2286000" algn="l">
              <a:spcBef>
                <a:spcPts val="1000"/>
              </a:spcBef>
              <a:spcAft>
                <a:spcPts val="0"/>
              </a:spcAft>
              <a:buSzPts val="1280"/>
              <a:buNone/>
              <a:defRPr b="1" sz="1600"/>
            </a:lvl5pPr>
            <a:lvl6pPr indent="-228600" lvl="5" marL="2743200" algn="l">
              <a:spcBef>
                <a:spcPts val="1000"/>
              </a:spcBef>
              <a:spcAft>
                <a:spcPts val="0"/>
              </a:spcAft>
              <a:buSzPts val="1280"/>
              <a:buNone/>
              <a:defRPr b="1" sz="1600"/>
            </a:lvl6pPr>
            <a:lvl7pPr indent="-228600" lvl="6" marL="3200400" algn="l">
              <a:spcBef>
                <a:spcPts val="1000"/>
              </a:spcBef>
              <a:spcAft>
                <a:spcPts val="0"/>
              </a:spcAft>
              <a:buSzPts val="1280"/>
              <a:buNone/>
              <a:defRPr b="1" sz="1600"/>
            </a:lvl7pPr>
            <a:lvl8pPr indent="-228600" lvl="7" marL="3657600" algn="l">
              <a:spcBef>
                <a:spcPts val="1000"/>
              </a:spcBef>
              <a:spcAft>
                <a:spcPts val="0"/>
              </a:spcAft>
              <a:buSzPts val="1280"/>
              <a:buNone/>
              <a:defRPr b="1" sz="1600"/>
            </a:lvl8pPr>
            <a:lvl9pPr indent="-228600" lvl="8" marL="4114800" algn="l">
              <a:spcBef>
                <a:spcPts val="1000"/>
              </a:spcBef>
              <a:spcAft>
                <a:spcPts val="0"/>
              </a:spcAft>
              <a:buSzPts val="1280"/>
              <a:buNone/>
              <a:defRPr b="1" sz="1600"/>
            </a:lvl9pPr>
          </a:lstStyle>
          <a:p/>
        </p:txBody>
      </p:sp>
      <p:sp>
        <p:nvSpPr>
          <p:cNvPr id="112" name="Google Shape;112;p10"/>
          <p:cNvSpPr txBox="1"/>
          <p:nvPr>
            <p:ph idx="4" type="body"/>
          </p:nvPr>
        </p:nvSpPr>
        <p:spPr>
          <a:xfrm>
            <a:off x="5088384" y="2737245"/>
            <a:ext cx="4185617" cy="330411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13" name="Google Shape;113;p1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1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1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16" name="Shape 116"/>
        <p:cNvGrpSpPr/>
        <p:nvPr/>
      </p:nvGrpSpPr>
      <p:grpSpPr>
        <a:xfrm>
          <a:off x="0" y="0"/>
          <a:ext cx="0" cy="0"/>
          <a:chOff x="0" y="0"/>
          <a:chExt cx="0" cy="0"/>
        </a:xfrm>
      </p:grpSpPr>
      <p:sp>
        <p:nvSpPr>
          <p:cNvPr id="117" name="Google Shape;117;p1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1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9" name="Google Shape;119;p1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0" name="Google Shape;120;p1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1" name="Shape 121"/>
        <p:cNvGrpSpPr/>
        <p:nvPr/>
      </p:nvGrpSpPr>
      <p:grpSpPr>
        <a:xfrm>
          <a:off x="0" y="0"/>
          <a:ext cx="0" cy="0"/>
          <a:chOff x="0" y="0"/>
          <a:chExt cx="0" cy="0"/>
        </a:xfrm>
      </p:grpSpPr>
      <p:sp>
        <p:nvSpPr>
          <p:cNvPr id="122" name="Google Shape;122;p12"/>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p12"/>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12"/>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5" name="Shape 125"/>
        <p:cNvGrpSpPr/>
        <p:nvPr/>
      </p:nvGrpSpPr>
      <p:grpSpPr>
        <a:xfrm>
          <a:off x="0" y="0"/>
          <a:ext cx="0" cy="0"/>
          <a:chOff x="0" y="0"/>
          <a:chExt cx="0" cy="0"/>
        </a:xfrm>
      </p:grpSpPr>
      <p:sp>
        <p:nvSpPr>
          <p:cNvPr id="126" name="Google Shape;126;p13"/>
          <p:cNvSpPr txBox="1"/>
          <p:nvPr>
            <p:ph type="title"/>
          </p:nvPr>
        </p:nvSpPr>
        <p:spPr>
          <a:xfrm>
            <a:off x="677334" y="1498604"/>
            <a:ext cx="3854528" cy="1278466"/>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000"/>
              <a:buFont typeface="Trebuchet MS"/>
              <a:buNone/>
              <a:defRPr sz="2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p13"/>
          <p:cNvSpPr txBox="1"/>
          <p:nvPr>
            <p:ph idx="1" type="body"/>
          </p:nvPr>
        </p:nvSpPr>
        <p:spPr>
          <a:xfrm>
            <a:off x="4760461" y="514924"/>
            <a:ext cx="4513541" cy="5526437"/>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28" name="Google Shape;128;p13"/>
          <p:cNvSpPr txBox="1"/>
          <p:nvPr>
            <p:ph idx="2" type="body"/>
          </p:nvPr>
        </p:nvSpPr>
        <p:spPr>
          <a:xfrm>
            <a:off x="677334" y="2777069"/>
            <a:ext cx="3854528" cy="2584449"/>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120"/>
              <a:buNone/>
              <a:defRPr sz="1400"/>
            </a:lvl1pPr>
            <a:lvl2pPr indent="-228600" lvl="1" marL="914400" algn="l">
              <a:spcBef>
                <a:spcPts val="1000"/>
              </a:spcBef>
              <a:spcAft>
                <a:spcPts val="0"/>
              </a:spcAft>
              <a:buSzPts val="1120"/>
              <a:buNone/>
              <a:defRPr sz="1400"/>
            </a:lvl2pPr>
            <a:lvl3pPr indent="-228600" lvl="2" marL="1371600" algn="l">
              <a:spcBef>
                <a:spcPts val="1000"/>
              </a:spcBef>
              <a:spcAft>
                <a:spcPts val="0"/>
              </a:spcAft>
              <a:buSzPts val="960"/>
              <a:buNone/>
              <a:defRPr sz="1200"/>
            </a:lvl3pPr>
            <a:lvl4pPr indent="-228600" lvl="3" marL="1828800" algn="l">
              <a:spcBef>
                <a:spcPts val="1000"/>
              </a:spcBef>
              <a:spcAft>
                <a:spcPts val="0"/>
              </a:spcAft>
              <a:buSzPts val="800"/>
              <a:buNone/>
              <a:defRPr sz="1000"/>
            </a:lvl4pPr>
            <a:lvl5pPr indent="-228600" lvl="4" marL="2286000" algn="l">
              <a:spcBef>
                <a:spcPts val="1000"/>
              </a:spcBef>
              <a:spcAft>
                <a:spcPts val="0"/>
              </a:spcAft>
              <a:buSzPts val="800"/>
              <a:buNone/>
              <a:defRPr sz="1000"/>
            </a:lvl5pPr>
            <a:lvl6pPr indent="-228600" lvl="5" marL="2743200" algn="l">
              <a:spcBef>
                <a:spcPts val="1000"/>
              </a:spcBef>
              <a:spcAft>
                <a:spcPts val="0"/>
              </a:spcAft>
              <a:buSzPts val="800"/>
              <a:buNone/>
              <a:defRPr sz="1000"/>
            </a:lvl6pPr>
            <a:lvl7pPr indent="-228600" lvl="6" marL="3200400" algn="l">
              <a:spcBef>
                <a:spcPts val="1000"/>
              </a:spcBef>
              <a:spcAft>
                <a:spcPts val="0"/>
              </a:spcAft>
              <a:buSzPts val="800"/>
              <a:buNone/>
              <a:defRPr sz="1000"/>
            </a:lvl7pPr>
            <a:lvl8pPr indent="-228600" lvl="7" marL="3657600" algn="l">
              <a:spcBef>
                <a:spcPts val="1000"/>
              </a:spcBef>
              <a:spcAft>
                <a:spcPts val="0"/>
              </a:spcAft>
              <a:buSzPts val="800"/>
              <a:buNone/>
              <a:defRPr sz="1000"/>
            </a:lvl8pPr>
            <a:lvl9pPr indent="-228600" lvl="8" marL="4114800" algn="l">
              <a:spcBef>
                <a:spcPts val="1000"/>
              </a:spcBef>
              <a:spcAft>
                <a:spcPts val="0"/>
              </a:spcAft>
              <a:buSzPts val="800"/>
              <a:buNone/>
              <a:defRPr sz="1000"/>
            </a:lvl9pPr>
          </a:lstStyle>
          <a:p/>
        </p:txBody>
      </p:sp>
      <p:sp>
        <p:nvSpPr>
          <p:cNvPr id="129" name="Google Shape;129;p13"/>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13"/>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13"/>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2" name="Shape 132"/>
        <p:cNvGrpSpPr/>
        <p:nvPr/>
      </p:nvGrpSpPr>
      <p:grpSpPr>
        <a:xfrm>
          <a:off x="0" y="0"/>
          <a:ext cx="0" cy="0"/>
          <a:chOff x="0" y="0"/>
          <a:chExt cx="0" cy="0"/>
        </a:xfrm>
      </p:grpSpPr>
      <p:sp>
        <p:nvSpPr>
          <p:cNvPr id="133" name="Google Shape;133;p14"/>
          <p:cNvSpPr txBox="1"/>
          <p:nvPr>
            <p:ph type="title"/>
          </p:nvPr>
        </p:nvSpPr>
        <p:spPr>
          <a:xfrm>
            <a:off x="677334" y="4800600"/>
            <a:ext cx="8596667"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2400"/>
              <a:buFont typeface="Trebuchet MS"/>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14"/>
          <p:cNvSpPr/>
          <p:nvPr>
            <p:ph idx="2" type="pic"/>
          </p:nvPr>
        </p:nvSpPr>
        <p:spPr>
          <a:xfrm>
            <a:off x="677334" y="609600"/>
            <a:ext cx="8596668" cy="3845718"/>
          </a:xfrm>
          <a:prstGeom prst="rect">
            <a:avLst/>
          </a:prstGeom>
          <a:noFill/>
          <a:ln>
            <a:noFill/>
          </a:ln>
        </p:spPr>
      </p:sp>
      <p:sp>
        <p:nvSpPr>
          <p:cNvPr id="135" name="Google Shape;135;p14"/>
          <p:cNvSpPr txBox="1"/>
          <p:nvPr>
            <p:ph idx="1" type="body"/>
          </p:nvPr>
        </p:nvSpPr>
        <p:spPr>
          <a:xfrm>
            <a:off x="677334" y="5367338"/>
            <a:ext cx="8596667" cy="67402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960"/>
              <a:buNone/>
              <a:defRPr sz="1200"/>
            </a:lvl1pPr>
            <a:lvl2pPr indent="-228600" lvl="1" marL="914400" algn="l">
              <a:spcBef>
                <a:spcPts val="1000"/>
              </a:spcBef>
              <a:spcAft>
                <a:spcPts val="0"/>
              </a:spcAft>
              <a:buSzPts val="960"/>
              <a:buNone/>
              <a:defRPr sz="1200"/>
            </a:lvl2pPr>
            <a:lvl3pPr indent="-228600" lvl="2" marL="1371600" algn="l">
              <a:spcBef>
                <a:spcPts val="1000"/>
              </a:spcBef>
              <a:spcAft>
                <a:spcPts val="0"/>
              </a:spcAft>
              <a:buSzPts val="800"/>
              <a:buNone/>
              <a:defRPr sz="1000"/>
            </a:lvl3pPr>
            <a:lvl4pPr indent="-228600" lvl="3" marL="1828800" algn="l">
              <a:spcBef>
                <a:spcPts val="1000"/>
              </a:spcBef>
              <a:spcAft>
                <a:spcPts val="0"/>
              </a:spcAft>
              <a:buSzPts val="720"/>
              <a:buNone/>
              <a:defRPr sz="900"/>
            </a:lvl4pPr>
            <a:lvl5pPr indent="-228600" lvl="4" marL="2286000" algn="l">
              <a:spcBef>
                <a:spcPts val="1000"/>
              </a:spcBef>
              <a:spcAft>
                <a:spcPts val="0"/>
              </a:spcAft>
              <a:buSzPts val="720"/>
              <a:buNone/>
              <a:defRPr sz="900"/>
            </a:lvl5pPr>
            <a:lvl6pPr indent="-228600" lvl="5" marL="2743200" algn="l">
              <a:spcBef>
                <a:spcPts val="1000"/>
              </a:spcBef>
              <a:spcAft>
                <a:spcPts val="0"/>
              </a:spcAft>
              <a:buSzPts val="720"/>
              <a:buNone/>
              <a:defRPr sz="900"/>
            </a:lvl6pPr>
            <a:lvl7pPr indent="-228600" lvl="6" marL="3200400" algn="l">
              <a:spcBef>
                <a:spcPts val="1000"/>
              </a:spcBef>
              <a:spcAft>
                <a:spcPts val="0"/>
              </a:spcAft>
              <a:buSzPts val="720"/>
              <a:buNone/>
              <a:defRPr sz="900"/>
            </a:lvl7pPr>
            <a:lvl8pPr indent="-228600" lvl="7" marL="3657600" algn="l">
              <a:spcBef>
                <a:spcPts val="1000"/>
              </a:spcBef>
              <a:spcAft>
                <a:spcPts val="0"/>
              </a:spcAft>
              <a:buSzPts val="720"/>
              <a:buNone/>
              <a:defRPr sz="900"/>
            </a:lvl8pPr>
            <a:lvl9pPr indent="-228600" lvl="8" marL="4114800" algn="l">
              <a:spcBef>
                <a:spcPts val="1000"/>
              </a:spcBef>
              <a:spcAft>
                <a:spcPts val="0"/>
              </a:spcAft>
              <a:buSzPts val="720"/>
              <a:buNone/>
              <a:defRPr sz="900"/>
            </a:lvl9pPr>
          </a:lstStyle>
          <a:p/>
        </p:txBody>
      </p:sp>
      <p:sp>
        <p:nvSpPr>
          <p:cNvPr id="136" name="Google Shape;136;p14"/>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14"/>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38" name="Google Shape;138;p14"/>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9" name="Shape 139"/>
        <p:cNvGrpSpPr/>
        <p:nvPr/>
      </p:nvGrpSpPr>
      <p:grpSpPr>
        <a:xfrm>
          <a:off x="0" y="0"/>
          <a:ext cx="0" cy="0"/>
          <a:chOff x="0" y="0"/>
          <a:chExt cx="0" cy="0"/>
        </a:xfrm>
      </p:grpSpPr>
      <p:sp>
        <p:nvSpPr>
          <p:cNvPr id="140" name="Google Shape;140;p15"/>
          <p:cNvSpPr txBox="1"/>
          <p:nvPr>
            <p:ph type="title"/>
          </p:nvPr>
        </p:nvSpPr>
        <p:spPr>
          <a:xfrm>
            <a:off x="677335" y="609600"/>
            <a:ext cx="8596668" cy="3403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p15"/>
          <p:cNvSpPr txBox="1"/>
          <p:nvPr>
            <p:ph idx="1"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2" name="Google Shape;142;p15"/>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3" name="Google Shape;143;p15"/>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4" name="Google Shape;144;p15"/>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5" name="Shape 145"/>
        <p:cNvGrpSpPr/>
        <p:nvPr/>
      </p:nvGrpSpPr>
      <p:grpSpPr>
        <a:xfrm>
          <a:off x="0" y="0"/>
          <a:ext cx="0" cy="0"/>
          <a:chOff x="0" y="0"/>
          <a:chExt cx="0" cy="0"/>
        </a:xfrm>
      </p:grpSpPr>
      <p:sp>
        <p:nvSpPr>
          <p:cNvPr id="146" name="Google Shape;146;p16"/>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p16"/>
          <p:cNvSpPr txBox="1"/>
          <p:nvPr>
            <p:ph idx="1" type="body"/>
          </p:nvPr>
        </p:nvSpPr>
        <p:spPr>
          <a:xfrm>
            <a:off x="1366139" y="3632200"/>
            <a:ext cx="7224524" cy="381000"/>
          </a:xfrm>
          <a:prstGeom prst="rect">
            <a:avLst/>
          </a:prstGeom>
          <a:noFill/>
          <a:ln>
            <a:noFill/>
          </a:ln>
        </p:spPr>
        <p:txBody>
          <a:bodyPr anchorCtr="0" anchor="ctr" bIns="45700" lIns="91425" spcFirstLastPara="1" rIns="91425" wrap="square" tIns="45700">
            <a:noAutofit/>
          </a:bodyPr>
          <a:lstStyle>
            <a:lvl1pPr indent="-228600" lvl="0" marL="457200" algn="l">
              <a:spcBef>
                <a:spcPts val="1000"/>
              </a:spcBef>
              <a:spcAft>
                <a:spcPts val="0"/>
              </a:spcAft>
              <a:buSzPts val="1280"/>
              <a:buFont typeface="Trebuchet MS"/>
              <a:buNone/>
              <a:defRPr sz="1600">
                <a:solidFill>
                  <a:srgbClr val="7F7F7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48" name="Google Shape;148;p16"/>
          <p:cNvSpPr txBox="1"/>
          <p:nvPr>
            <p:ph idx="2" type="body"/>
          </p:nvPr>
        </p:nvSpPr>
        <p:spPr>
          <a:xfrm>
            <a:off x="677335" y="4470400"/>
            <a:ext cx="8596668" cy="1570962"/>
          </a:xfrm>
          <a:prstGeom prst="rect">
            <a:avLst/>
          </a:prstGeom>
          <a:noFill/>
          <a:ln>
            <a:noFill/>
          </a:ln>
        </p:spPr>
        <p:txBody>
          <a:bodyPr anchorCtr="0" anchor="ctr"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49" name="Google Shape;149;p16"/>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0" name="Google Shape;150;p16"/>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1" name="Google Shape;151;p16"/>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52" name="Google Shape;152;p16"/>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53" name="Google Shape;153;p16"/>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17"/>
          <p:cNvSpPr txBox="1"/>
          <p:nvPr>
            <p:ph type="title"/>
          </p:nvPr>
        </p:nvSpPr>
        <p:spPr>
          <a:xfrm>
            <a:off x="677335" y="1931988"/>
            <a:ext cx="8596668" cy="259546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17"/>
          <p:cNvSpPr txBox="1"/>
          <p:nvPr>
            <p:ph idx="1"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3F3F3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57" name="Google Shape;157;p17"/>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8" name="Google Shape;158;p17"/>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9" name="Google Shape;159;p17"/>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18"/>
          <p:cNvSpPr txBox="1"/>
          <p:nvPr>
            <p:ph type="title"/>
          </p:nvPr>
        </p:nvSpPr>
        <p:spPr>
          <a:xfrm>
            <a:off x="931334" y="609600"/>
            <a:ext cx="8094134"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2" name="Google Shape;162;p18"/>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rgbClr val="3F3F3F"/>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63" name="Google Shape;163;p18"/>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64" name="Google Shape;164;p18"/>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5" name="Google Shape;165;p18"/>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6" name="Google Shape;166;p18"/>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167" name="Google Shape;167;p18"/>
          <p:cNvSpPr txBox="1"/>
          <p:nvPr/>
        </p:nvSpPr>
        <p:spPr>
          <a:xfrm>
            <a:off x="541870" y="790378"/>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
        <p:nvSpPr>
          <p:cNvPr id="168" name="Google Shape;168;p18"/>
          <p:cNvSpPr txBox="1"/>
          <p:nvPr/>
        </p:nvSpPr>
        <p:spPr>
          <a:xfrm>
            <a:off x="8893011" y="2886556"/>
            <a:ext cx="609600" cy="584776"/>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lang="en-US" sz="8000">
                <a:solidFill>
                  <a:srgbClr val="9EDFF5"/>
                </a:solidFill>
                <a:latin typeface="Arial"/>
                <a:ea typeface="Arial"/>
                <a:cs typeface="Arial"/>
                <a:sym typeface="Arial"/>
              </a:rPr>
              <a:t>”</a:t>
            </a:r>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69" name="Shape 169"/>
        <p:cNvGrpSpPr/>
        <p:nvPr/>
      </p:nvGrpSpPr>
      <p:grpSpPr>
        <a:xfrm>
          <a:off x="0" y="0"/>
          <a:ext cx="0" cy="0"/>
          <a:chOff x="0" y="0"/>
          <a:chExt cx="0" cy="0"/>
        </a:xfrm>
      </p:grpSpPr>
      <p:sp>
        <p:nvSpPr>
          <p:cNvPr id="170" name="Google Shape;170;p19"/>
          <p:cNvSpPr txBox="1"/>
          <p:nvPr>
            <p:ph type="title"/>
          </p:nvPr>
        </p:nvSpPr>
        <p:spPr>
          <a:xfrm>
            <a:off x="685799" y="609600"/>
            <a:ext cx="8588203" cy="3022600"/>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4400"/>
              <a:buFont typeface="Trebuchet MS"/>
              <a:buNone/>
              <a:defRPr b="0" sz="44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1" name="Google Shape;171;p19"/>
          <p:cNvSpPr txBox="1"/>
          <p:nvPr>
            <p:ph idx="1" type="body"/>
          </p:nvPr>
        </p:nvSpPr>
        <p:spPr>
          <a:xfrm>
            <a:off x="677332" y="4013200"/>
            <a:ext cx="8596669" cy="514248"/>
          </a:xfrm>
          <a:prstGeom prst="rect">
            <a:avLst/>
          </a:prstGeom>
          <a:noFill/>
          <a:ln>
            <a:noFill/>
          </a:ln>
        </p:spPr>
        <p:txBody>
          <a:bodyPr anchorCtr="0" anchor="b" bIns="45700" lIns="91425" spcFirstLastPara="1" rIns="91425" wrap="square" tIns="45700">
            <a:noAutofit/>
          </a:bodyPr>
          <a:lstStyle>
            <a:lvl1pPr indent="-228600" lvl="0" marL="457200" algn="l">
              <a:spcBef>
                <a:spcPts val="1000"/>
              </a:spcBef>
              <a:spcAft>
                <a:spcPts val="0"/>
              </a:spcAft>
              <a:buSzPts val="1920"/>
              <a:buFont typeface="Trebuchet MS"/>
              <a:buNone/>
              <a:defRPr sz="2400">
                <a:solidFill>
                  <a:schemeClr val="accent1"/>
                </a:solidFill>
              </a:defRPr>
            </a:lvl1pPr>
            <a:lvl2pPr indent="-228600" lvl="1" marL="914400" algn="l">
              <a:spcBef>
                <a:spcPts val="1000"/>
              </a:spcBef>
              <a:spcAft>
                <a:spcPts val="0"/>
              </a:spcAft>
              <a:buSzPts val="1280"/>
              <a:buFont typeface="Trebuchet MS"/>
              <a:buNone/>
              <a:defRPr/>
            </a:lvl2pPr>
            <a:lvl3pPr indent="-228600" lvl="2" marL="1371600" algn="l">
              <a:spcBef>
                <a:spcPts val="1000"/>
              </a:spcBef>
              <a:spcAft>
                <a:spcPts val="0"/>
              </a:spcAft>
              <a:buSzPts val="1120"/>
              <a:buFont typeface="Trebuchet MS"/>
              <a:buNone/>
              <a:defRPr/>
            </a:lvl3pPr>
            <a:lvl4pPr indent="-228600" lvl="3" marL="1828800" algn="l">
              <a:spcBef>
                <a:spcPts val="1000"/>
              </a:spcBef>
              <a:spcAft>
                <a:spcPts val="0"/>
              </a:spcAft>
              <a:buSzPts val="960"/>
              <a:buFont typeface="Trebuchet MS"/>
              <a:buNone/>
              <a:defRPr/>
            </a:lvl4pPr>
            <a:lvl5pPr indent="-228600" lvl="4" marL="2286000" algn="l">
              <a:spcBef>
                <a:spcPts val="1000"/>
              </a:spcBef>
              <a:spcAft>
                <a:spcPts val="0"/>
              </a:spcAft>
              <a:buSzPts val="960"/>
              <a:buFont typeface="Trebuchet MS"/>
              <a:buNone/>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2" name="Google Shape;172;p19"/>
          <p:cNvSpPr txBox="1"/>
          <p:nvPr>
            <p:ph idx="2" type="body"/>
          </p:nvPr>
        </p:nvSpPr>
        <p:spPr>
          <a:xfrm>
            <a:off x="677335" y="4527448"/>
            <a:ext cx="8596668" cy="1513914"/>
          </a:xfrm>
          <a:prstGeom prst="rect">
            <a:avLst/>
          </a:prstGeom>
          <a:noFill/>
          <a:ln>
            <a:noFill/>
          </a:ln>
        </p:spPr>
        <p:txBody>
          <a:bodyPr anchorCtr="0" anchor="t" bIns="45700" lIns="91425" spcFirstLastPara="1" rIns="91425" wrap="square" tIns="45700">
            <a:normAutofit/>
          </a:bodyPr>
          <a:lstStyle>
            <a:lvl1pPr indent="-228600" lvl="0" marL="457200" algn="l">
              <a:spcBef>
                <a:spcPts val="1000"/>
              </a:spcBef>
              <a:spcAft>
                <a:spcPts val="0"/>
              </a:spcAft>
              <a:buSzPts val="1440"/>
              <a:buNone/>
              <a:defRPr sz="1800">
                <a:solidFill>
                  <a:srgbClr val="7F7F7F"/>
                </a:solidFill>
              </a:defRPr>
            </a:lvl1pPr>
            <a:lvl2pPr indent="-228600" lvl="1" marL="914400" algn="l">
              <a:spcBef>
                <a:spcPts val="1000"/>
              </a:spcBef>
              <a:spcAft>
                <a:spcPts val="0"/>
              </a:spcAft>
              <a:buSzPts val="1440"/>
              <a:buNone/>
              <a:defRPr sz="1800">
                <a:solidFill>
                  <a:srgbClr val="888888"/>
                </a:solidFill>
              </a:defRPr>
            </a:lvl2pPr>
            <a:lvl3pPr indent="-228600" lvl="2" marL="1371600" algn="l">
              <a:spcBef>
                <a:spcPts val="1000"/>
              </a:spcBef>
              <a:spcAft>
                <a:spcPts val="0"/>
              </a:spcAft>
              <a:buSzPts val="1280"/>
              <a:buNone/>
              <a:defRPr sz="1600">
                <a:solidFill>
                  <a:srgbClr val="888888"/>
                </a:solidFill>
              </a:defRPr>
            </a:lvl3pPr>
            <a:lvl4pPr indent="-228600" lvl="3" marL="1828800" algn="l">
              <a:spcBef>
                <a:spcPts val="1000"/>
              </a:spcBef>
              <a:spcAft>
                <a:spcPts val="0"/>
              </a:spcAft>
              <a:buSzPts val="1120"/>
              <a:buNone/>
              <a:defRPr sz="1400">
                <a:solidFill>
                  <a:srgbClr val="888888"/>
                </a:solidFill>
              </a:defRPr>
            </a:lvl4pPr>
            <a:lvl5pPr indent="-228600" lvl="4" marL="2286000" algn="l">
              <a:spcBef>
                <a:spcPts val="1000"/>
              </a:spcBef>
              <a:spcAft>
                <a:spcPts val="0"/>
              </a:spcAft>
              <a:buSzPts val="1120"/>
              <a:buNone/>
              <a:defRPr sz="1400">
                <a:solidFill>
                  <a:srgbClr val="888888"/>
                </a:solidFill>
              </a:defRPr>
            </a:lvl5pPr>
            <a:lvl6pPr indent="-228600" lvl="5" marL="2743200" algn="l">
              <a:spcBef>
                <a:spcPts val="1000"/>
              </a:spcBef>
              <a:spcAft>
                <a:spcPts val="0"/>
              </a:spcAft>
              <a:buSzPts val="1120"/>
              <a:buNone/>
              <a:defRPr sz="1400">
                <a:solidFill>
                  <a:srgbClr val="888888"/>
                </a:solidFill>
              </a:defRPr>
            </a:lvl6pPr>
            <a:lvl7pPr indent="-228600" lvl="6" marL="3200400" algn="l">
              <a:spcBef>
                <a:spcPts val="1000"/>
              </a:spcBef>
              <a:spcAft>
                <a:spcPts val="0"/>
              </a:spcAft>
              <a:buSzPts val="1120"/>
              <a:buNone/>
              <a:defRPr sz="1400">
                <a:solidFill>
                  <a:srgbClr val="888888"/>
                </a:solidFill>
              </a:defRPr>
            </a:lvl7pPr>
            <a:lvl8pPr indent="-228600" lvl="7" marL="3657600" algn="l">
              <a:spcBef>
                <a:spcPts val="1000"/>
              </a:spcBef>
              <a:spcAft>
                <a:spcPts val="0"/>
              </a:spcAft>
              <a:buSzPts val="1120"/>
              <a:buNone/>
              <a:defRPr sz="1400">
                <a:solidFill>
                  <a:srgbClr val="888888"/>
                </a:solidFill>
              </a:defRPr>
            </a:lvl8pPr>
            <a:lvl9pPr indent="-228600" lvl="8" marL="4114800" algn="l">
              <a:spcBef>
                <a:spcPts val="1000"/>
              </a:spcBef>
              <a:spcAft>
                <a:spcPts val="0"/>
              </a:spcAft>
              <a:buSzPts val="1120"/>
              <a:buNone/>
              <a:defRPr sz="1400">
                <a:solidFill>
                  <a:srgbClr val="888888"/>
                </a:solidFill>
              </a:defRPr>
            </a:lvl9pPr>
          </a:lstStyle>
          <a:p/>
        </p:txBody>
      </p:sp>
      <p:sp>
        <p:nvSpPr>
          <p:cNvPr id="173" name="Google Shape;173;p19"/>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4" name="Google Shape;174;p19"/>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p19"/>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6" name="Shape 176"/>
        <p:cNvGrpSpPr/>
        <p:nvPr/>
      </p:nvGrpSpPr>
      <p:grpSpPr>
        <a:xfrm>
          <a:off x="0" y="0"/>
          <a:ext cx="0" cy="0"/>
          <a:chOff x="0" y="0"/>
          <a:chExt cx="0" cy="0"/>
        </a:xfrm>
      </p:grpSpPr>
      <p:sp>
        <p:nvSpPr>
          <p:cNvPr id="177" name="Google Shape;177;p20"/>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8" name="Google Shape;178;p20"/>
          <p:cNvSpPr txBox="1"/>
          <p:nvPr>
            <p:ph idx="1" type="body"/>
          </p:nvPr>
        </p:nvSpPr>
        <p:spPr>
          <a:xfrm rot="5400000">
            <a:off x="3035281" y="-197358"/>
            <a:ext cx="3880773" cy="8596668"/>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79" name="Google Shape;179;p20"/>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0" name="Google Shape;180;p20"/>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p20"/>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2" name="Shape 182"/>
        <p:cNvGrpSpPr/>
        <p:nvPr/>
      </p:nvGrpSpPr>
      <p:grpSpPr>
        <a:xfrm>
          <a:off x="0" y="0"/>
          <a:ext cx="0" cy="0"/>
          <a:chOff x="0" y="0"/>
          <a:chExt cx="0" cy="0"/>
        </a:xfrm>
      </p:grpSpPr>
      <p:sp>
        <p:nvSpPr>
          <p:cNvPr id="183" name="Google Shape;183;p21"/>
          <p:cNvSpPr txBox="1"/>
          <p:nvPr>
            <p:ph type="title"/>
          </p:nvPr>
        </p:nvSpPr>
        <p:spPr>
          <a:xfrm rot="5400000">
            <a:off x="5994319" y="2582953"/>
            <a:ext cx="5251451" cy="1304743"/>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accen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4" name="Google Shape;184;p21"/>
          <p:cNvSpPr txBox="1"/>
          <p:nvPr>
            <p:ph idx="1" type="body"/>
          </p:nvPr>
        </p:nvSpPr>
        <p:spPr>
          <a:xfrm rot="5400000">
            <a:off x="1581685" y="-294750"/>
            <a:ext cx="5251450" cy="7060150"/>
          </a:xfrm>
          <a:prstGeom prst="rect">
            <a:avLst/>
          </a:prstGeom>
          <a:noFill/>
          <a:ln>
            <a:noFill/>
          </a:ln>
        </p:spPr>
        <p:txBody>
          <a:bodyPr anchorCtr="0" anchor="t" bIns="45700" lIns="91425" spcFirstLastPara="1" rIns="91425" wrap="square" tIns="45700">
            <a:normAutofit/>
          </a:bodyPr>
          <a:lstStyle>
            <a:lvl1pPr indent="-320040" lvl="0" marL="457200" algn="l">
              <a:spcBef>
                <a:spcPts val="1000"/>
              </a:spcBef>
              <a:spcAft>
                <a:spcPts val="0"/>
              </a:spcAft>
              <a:buSzPts val="1440"/>
              <a:buChar char="►"/>
              <a:defRPr/>
            </a:lvl1pPr>
            <a:lvl2pPr indent="-320040" lvl="1" marL="914400" algn="l">
              <a:spcBef>
                <a:spcPts val="1000"/>
              </a:spcBef>
              <a:spcAft>
                <a:spcPts val="0"/>
              </a:spcAft>
              <a:buSzPts val="1440"/>
              <a:buChar char="►"/>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85" name="Google Shape;185;p2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6" name="Google Shape;186;p2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2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ustom Layout" showMasterSp="0">
  <p:cSld name="1_Custom Layout">
    <p:bg>
      <p:bgPr>
        <a:solidFill>
          <a:schemeClr val="dk1"/>
        </a:solidFill>
      </p:bgPr>
    </p:bg>
    <p:spTree>
      <p:nvGrpSpPr>
        <p:cNvPr id="188" name="Shape 188"/>
        <p:cNvGrpSpPr/>
        <p:nvPr/>
      </p:nvGrpSpPr>
      <p:grpSpPr>
        <a:xfrm>
          <a:off x="0" y="0"/>
          <a:ext cx="0" cy="0"/>
          <a:chOff x="0" y="0"/>
          <a:chExt cx="0" cy="0"/>
        </a:xfrm>
      </p:grpSpPr>
      <p:sp>
        <p:nvSpPr>
          <p:cNvPr id="189" name="Google Shape;189;p22"/>
          <p:cNvSpPr/>
          <p:nvPr>
            <p:ph idx="2" type="pic"/>
          </p:nvPr>
        </p:nvSpPr>
        <p:spPr>
          <a:xfrm>
            <a:off x="0" y="0"/>
            <a:ext cx="12192000" cy="6858000"/>
          </a:xfrm>
          <a:prstGeom prst="rect">
            <a:avLst/>
          </a:prstGeom>
          <a:noFill/>
          <a:ln>
            <a:noFill/>
          </a:ln>
        </p:spPr>
      </p:sp>
      <p:sp>
        <p:nvSpPr>
          <p:cNvPr descr="Tall office building looking up" id="190" name="Google Shape;190;p22"/>
          <p:cNvSpPr/>
          <p:nvPr/>
        </p:nvSpPr>
        <p:spPr>
          <a:xfrm>
            <a:off x="3718560" y="1181123"/>
            <a:ext cx="4754880" cy="4495754"/>
          </a:xfrm>
          <a:prstGeom prst="rect">
            <a:avLst/>
          </a:prstGeom>
          <a:solidFill>
            <a:schemeClr val="accent5">
              <a:alpha val="40000"/>
            </a:schemeClr>
          </a:solidFill>
          <a:ln cap="flat" cmpd="sng" w="60325">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Trebuchet MS"/>
              <a:ea typeface="Trebuchet MS"/>
              <a:cs typeface="Trebuchet MS"/>
              <a:sym typeface="Trebuchet MS"/>
            </a:endParaRPr>
          </a:p>
        </p:txBody>
      </p:sp>
      <p:sp>
        <p:nvSpPr>
          <p:cNvPr id="191" name="Google Shape;191;p22"/>
          <p:cNvSpPr txBox="1"/>
          <p:nvPr>
            <p:ph idx="1" type="body"/>
          </p:nvPr>
        </p:nvSpPr>
        <p:spPr>
          <a:xfrm>
            <a:off x="4149139" y="4859469"/>
            <a:ext cx="3924934" cy="490538"/>
          </a:xfrm>
          <a:prstGeom prst="rect">
            <a:avLst/>
          </a:prstGeom>
          <a:noFill/>
          <a:ln>
            <a:noFill/>
          </a:ln>
        </p:spPr>
        <p:txBody>
          <a:bodyPr anchorCtr="0" anchor="t" bIns="45700" lIns="91425" spcFirstLastPara="1" rIns="91425" wrap="square" tIns="45700">
            <a:normAutofit/>
          </a:bodyPr>
          <a:lstStyle>
            <a:lvl1pPr indent="-228600" lvl="0" marL="457200" algn="r">
              <a:spcBef>
                <a:spcPts val="1000"/>
              </a:spcBef>
              <a:spcAft>
                <a:spcPts val="0"/>
              </a:spcAft>
              <a:buSzPts val="1920"/>
              <a:buNone/>
              <a:defRPr b="1" sz="2400">
                <a:solidFill>
                  <a:schemeClr val="accent4"/>
                </a:solidFill>
                <a:latin typeface="Calibri"/>
                <a:ea typeface="Calibri"/>
                <a:cs typeface="Calibri"/>
                <a:sym typeface="Calibri"/>
              </a:defRPr>
            </a:lvl1pPr>
            <a:lvl2pPr indent="-228600" lvl="1" marL="914400" algn="l">
              <a:spcBef>
                <a:spcPts val="1000"/>
              </a:spcBef>
              <a:spcAft>
                <a:spcPts val="0"/>
              </a:spcAft>
              <a:buSzPts val="1280"/>
              <a:buNone/>
              <a:defRPr/>
            </a:lvl2pPr>
            <a:lvl3pPr indent="-320040" lvl="2" marL="1371600" algn="l">
              <a:spcBef>
                <a:spcPts val="1000"/>
              </a:spcBef>
              <a:spcAft>
                <a:spcPts val="0"/>
              </a:spcAft>
              <a:buSzPts val="1440"/>
              <a:buChar char="►"/>
              <a:defRPr/>
            </a:lvl3pPr>
            <a:lvl4pPr indent="-320040" lvl="3" marL="1828800" algn="l">
              <a:spcBef>
                <a:spcPts val="1000"/>
              </a:spcBef>
              <a:spcAft>
                <a:spcPts val="0"/>
              </a:spcAft>
              <a:buSzPts val="1440"/>
              <a:buChar char="►"/>
              <a:defRPr/>
            </a:lvl4pPr>
            <a:lvl5pPr indent="-320040" lvl="4" marL="2286000" algn="l">
              <a:spcBef>
                <a:spcPts val="1000"/>
              </a:spcBef>
              <a:spcAft>
                <a:spcPts val="0"/>
              </a:spcAft>
              <a:buSzPts val="1440"/>
              <a:buChar char="►"/>
              <a:defRPr/>
            </a:lvl5pPr>
            <a:lvl6pPr indent="-320040" lvl="5" marL="2743200" algn="l">
              <a:spcBef>
                <a:spcPts val="1000"/>
              </a:spcBef>
              <a:spcAft>
                <a:spcPts val="0"/>
              </a:spcAft>
              <a:buSzPts val="1440"/>
              <a:buChar char="►"/>
              <a:defRPr/>
            </a:lvl6pPr>
            <a:lvl7pPr indent="-320040" lvl="6" marL="3200400" algn="l">
              <a:spcBef>
                <a:spcPts val="1000"/>
              </a:spcBef>
              <a:spcAft>
                <a:spcPts val="0"/>
              </a:spcAft>
              <a:buSzPts val="1440"/>
              <a:buChar char="►"/>
              <a:defRPr/>
            </a:lvl7pPr>
            <a:lvl8pPr indent="-320040" lvl="7" marL="3657600" algn="l">
              <a:spcBef>
                <a:spcPts val="1000"/>
              </a:spcBef>
              <a:spcAft>
                <a:spcPts val="0"/>
              </a:spcAft>
              <a:buSzPts val="1440"/>
              <a:buChar char="►"/>
              <a:defRPr/>
            </a:lvl8pPr>
            <a:lvl9pPr indent="-320040" lvl="8" marL="4114800" algn="l">
              <a:spcBef>
                <a:spcPts val="1000"/>
              </a:spcBef>
              <a:spcAft>
                <a:spcPts val="0"/>
              </a:spcAft>
              <a:buSzPts val="1440"/>
              <a:buChar char="►"/>
              <a:defRPr/>
            </a:lvl9pPr>
          </a:lstStyle>
          <a:p/>
        </p:txBody>
      </p:sp>
      <p:sp>
        <p:nvSpPr>
          <p:cNvPr id="192" name="Google Shape;192;p22"/>
          <p:cNvSpPr txBox="1"/>
          <p:nvPr>
            <p:ph type="title"/>
          </p:nvPr>
        </p:nvSpPr>
        <p:spPr>
          <a:xfrm>
            <a:off x="4149139" y="1529685"/>
            <a:ext cx="3924934" cy="1695637"/>
          </a:xfrm>
          <a:prstGeom prst="rect">
            <a:avLst/>
          </a:prstGeom>
          <a:noFill/>
          <a:ln>
            <a:noFill/>
          </a:ln>
        </p:spPr>
        <p:txBody>
          <a:bodyPr anchorCtr="0" anchor="t" bIns="45700" lIns="91425" spcFirstLastPara="1" rIns="91425" wrap="square" tIns="45700">
            <a:normAutofit/>
          </a:bodyPr>
          <a:lstStyle>
            <a:lvl1pPr lvl="0" algn="l">
              <a:spcBef>
                <a:spcPts val="1000"/>
              </a:spcBef>
              <a:spcAft>
                <a:spcPts val="0"/>
              </a:spcAft>
              <a:buClr>
                <a:schemeClr val="lt1"/>
              </a:buClr>
              <a:buSzPts val="4800"/>
              <a:buFont typeface="Trebuchet MS"/>
              <a:buNone/>
              <a:defRPr b="1" sz="4800">
                <a:solidFill>
                  <a:schemeClr val="lt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grpSp>
        <p:nvGrpSpPr>
          <p:cNvPr id="10" name="Google Shape;10;p1"/>
          <p:cNvGrpSpPr/>
          <p:nvPr/>
        </p:nvGrpSpPr>
        <p:grpSpPr>
          <a:xfrm>
            <a:off x="0" y="-8467"/>
            <a:ext cx="12192000" cy="6866467"/>
            <a:chOff x="0" y="-8467"/>
            <a:chExt cx="12192000" cy="6866467"/>
          </a:xfrm>
        </p:grpSpPr>
        <p:cxnSp>
          <p:nvCxnSpPr>
            <p:cNvPr id="11" name="Google Shape;11;p1"/>
            <p:cNvCxnSpPr/>
            <p:nvPr/>
          </p:nvCxnSpPr>
          <p:spPr>
            <a:xfrm>
              <a:off x="9371012" y="0"/>
              <a:ext cx="1219200" cy="6858000"/>
            </a:xfrm>
            <a:prstGeom prst="straightConnector1">
              <a:avLst/>
            </a:prstGeom>
            <a:noFill/>
            <a:ln cap="flat" cmpd="sng" w="9525">
              <a:solidFill>
                <a:schemeClr val="accent1">
                  <a:alpha val="70196"/>
                </a:schemeClr>
              </a:solidFill>
              <a:prstDash val="solid"/>
              <a:round/>
              <a:headEnd len="sm" w="sm" type="none"/>
              <a:tailEnd len="sm" w="sm" type="none"/>
            </a:ln>
          </p:spPr>
        </p:cxnSp>
        <p:cxnSp>
          <p:nvCxnSpPr>
            <p:cNvPr id="12" name="Google Shape;12;p1"/>
            <p:cNvCxnSpPr/>
            <p:nvPr/>
          </p:nvCxnSpPr>
          <p:spPr>
            <a:xfrm flipH="1">
              <a:off x="7425267" y="3681413"/>
              <a:ext cx="4763558" cy="3176587"/>
            </a:xfrm>
            <a:prstGeom prst="straightConnector1">
              <a:avLst/>
            </a:prstGeom>
            <a:noFill/>
            <a:ln cap="flat" cmpd="sng" w="9525">
              <a:solidFill>
                <a:schemeClr val="accent1">
                  <a:alpha val="70196"/>
                </a:schemeClr>
              </a:solidFill>
              <a:prstDash val="solid"/>
              <a:round/>
              <a:headEnd len="sm" w="sm" type="none"/>
              <a:tailEnd len="sm" w="sm" type="none"/>
            </a:ln>
          </p:spPr>
        </p:cxnSp>
        <p:sp>
          <p:nvSpPr>
            <p:cNvPr id="13" name="Google Shape;13;p1"/>
            <p:cNvSpPr/>
            <p:nvPr/>
          </p:nvSpPr>
          <p:spPr>
            <a:xfrm>
              <a:off x="9181476" y="-8467"/>
              <a:ext cx="3007349" cy="6866467"/>
            </a:xfrm>
            <a:custGeom>
              <a:rect b="b" l="l" r="r" t="t"/>
              <a:pathLst>
                <a:path extrusionOk="0" h="6866467" w="3007349">
                  <a:moveTo>
                    <a:pt x="2045532" y="0"/>
                  </a:moveTo>
                  <a:lnTo>
                    <a:pt x="3007349" y="0"/>
                  </a:lnTo>
                  <a:lnTo>
                    <a:pt x="3007349" y="6866467"/>
                  </a:lnTo>
                  <a:lnTo>
                    <a:pt x="0" y="6866467"/>
                  </a:lnTo>
                  <a:lnTo>
                    <a:pt x="2045532" y="0"/>
                  </a:lnTo>
                  <a:close/>
                </a:path>
              </a:pathLst>
            </a:custGeom>
            <a:solidFill>
              <a:schemeClr val="accent1">
                <a:alpha val="36078"/>
              </a:schemeClr>
            </a:solidFill>
            <a:ln>
              <a:noFill/>
            </a:ln>
          </p:spPr>
        </p:sp>
        <p:sp>
          <p:nvSpPr>
            <p:cNvPr id="14" name="Google Shape;14;p1"/>
            <p:cNvSpPr/>
            <p:nvPr/>
          </p:nvSpPr>
          <p:spPr>
            <a:xfrm>
              <a:off x="9603442" y="-8467"/>
              <a:ext cx="2588558" cy="6866467"/>
            </a:xfrm>
            <a:custGeom>
              <a:rect b="b" l="l" r="r" t="t"/>
              <a:pathLst>
                <a:path extrusionOk="0" h="6866467" w="2573311">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5" name="Google Shape;15;p1"/>
            <p:cNvSpPr/>
            <p:nvPr/>
          </p:nvSpPr>
          <p:spPr>
            <a:xfrm>
              <a:off x="8932333" y="3048000"/>
              <a:ext cx="3259667" cy="3810000"/>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9334500" y="-8467"/>
              <a:ext cx="2854326" cy="6866467"/>
            </a:xfrm>
            <a:custGeom>
              <a:rect b="b" l="l" r="r" t="t"/>
              <a:pathLst>
                <a:path extrusionOk="0" h="6866467" w="2858013">
                  <a:moveTo>
                    <a:pt x="0" y="0"/>
                  </a:moveTo>
                  <a:lnTo>
                    <a:pt x="2858013" y="0"/>
                  </a:lnTo>
                  <a:lnTo>
                    <a:pt x="2858013" y="6866467"/>
                  </a:lnTo>
                  <a:lnTo>
                    <a:pt x="2473942" y="6866467"/>
                  </a:lnTo>
                  <a:lnTo>
                    <a:pt x="0" y="0"/>
                  </a:lnTo>
                  <a:close/>
                </a:path>
              </a:pathLst>
            </a:custGeom>
            <a:solidFill>
              <a:srgbClr val="16B0E3">
                <a:alpha val="50196"/>
              </a:srgbClr>
            </a:solidFill>
            <a:ln>
              <a:noFill/>
            </a:ln>
          </p:spPr>
        </p:sp>
        <p:sp>
          <p:nvSpPr>
            <p:cNvPr id="17" name="Google Shape;17;p1"/>
            <p:cNvSpPr/>
            <p:nvPr/>
          </p:nvSpPr>
          <p:spPr>
            <a:xfrm>
              <a:off x="10898730" y="-8467"/>
              <a:ext cx="1290094" cy="6866467"/>
            </a:xfrm>
            <a:custGeom>
              <a:rect b="b" l="l" r="r" t="t"/>
              <a:pathLst>
                <a:path extrusionOk="0" h="6858000" w="1290094">
                  <a:moveTo>
                    <a:pt x="1019735" y="0"/>
                  </a:moveTo>
                  <a:lnTo>
                    <a:pt x="1290094" y="0"/>
                  </a:lnTo>
                  <a:lnTo>
                    <a:pt x="1290094" y="6858000"/>
                  </a:lnTo>
                  <a:lnTo>
                    <a:pt x="0" y="6858000"/>
                  </a:lnTo>
                  <a:lnTo>
                    <a:pt x="1019735" y="0"/>
                  </a:lnTo>
                  <a:close/>
                </a:path>
              </a:pathLst>
            </a:custGeom>
            <a:solidFill>
              <a:schemeClr val="accent2">
                <a:alpha val="70196"/>
              </a:schemeClr>
            </a:solidFill>
            <a:ln>
              <a:noFill/>
            </a:ln>
          </p:spPr>
        </p:sp>
        <p:sp>
          <p:nvSpPr>
            <p:cNvPr id="18" name="Google Shape;18;p1"/>
            <p:cNvSpPr/>
            <p:nvPr/>
          </p:nvSpPr>
          <p:spPr>
            <a:xfrm>
              <a:off x="10938999" y="-8467"/>
              <a:ext cx="1249825" cy="6866467"/>
            </a:xfrm>
            <a:custGeom>
              <a:rect b="b" l="l" r="r" t="t"/>
              <a:pathLst>
                <a:path extrusionOk="0" h="6858000" w="1249825">
                  <a:moveTo>
                    <a:pt x="0" y="0"/>
                  </a:moveTo>
                  <a:lnTo>
                    <a:pt x="1249825" y="0"/>
                  </a:lnTo>
                  <a:lnTo>
                    <a:pt x="1249825" y="6858000"/>
                  </a:lnTo>
                  <a:lnTo>
                    <a:pt x="1109382" y="6858000"/>
                  </a:lnTo>
                  <a:lnTo>
                    <a:pt x="0" y="0"/>
                  </a:lnTo>
                  <a:close/>
                </a:path>
              </a:pathLst>
            </a:custGeom>
            <a:solidFill>
              <a:srgbClr val="226292">
                <a:alpha val="80000"/>
              </a:srgbClr>
            </a:solidFill>
            <a:ln>
              <a:noFill/>
            </a:ln>
          </p:spPr>
        </p:sp>
        <p:sp>
          <p:nvSpPr>
            <p:cNvPr id="19" name="Google Shape;19;p1"/>
            <p:cNvSpPr/>
            <p:nvPr/>
          </p:nvSpPr>
          <p:spPr>
            <a:xfrm>
              <a:off x="10371666" y="3589867"/>
              <a:ext cx="1817159" cy="3268133"/>
            </a:xfrm>
            <a:prstGeom prst="triangle">
              <a:avLst>
                <a:gd fmla="val 100000" name="adj"/>
              </a:avLst>
            </a:prstGeom>
            <a:solidFill>
              <a:srgbClr val="16B0E3">
                <a:alpha val="65882"/>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0" y="4013200"/>
              <a:ext cx="448733" cy="2844800"/>
            </a:xfrm>
            <a:prstGeom prst="triangle">
              <a:avLst>
                <a:gd fmla="val 0" name="adj"/>
              </a:avLst>
            </a:prstGeom>
            <a:solidFill>
              <a:schemeClr val="accent1">
                <a:alpha val="70196"/>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1"/>
          <p:cNvSpPr txBox="1"/>
          <p:nvPr>
            <p:ph type="title"/>
          </p:nvPr>
        </p:nvSpPr>
        <p:spPr>
          <a:xfrm>
            <a:off x="677334" y="609600"/>
            <a:ext cx="8596668" cy="1320800"/>
          </a:xfrm>
          <a:prstGeom prst="rect">
            <a:avLst/>
          </a:prstGeom>
          <a:noFill/>
          <a:ln>
            <a:noFill/>
          </a:ln>
        </p:spPr>
        <p:txBody>
          <a:bodyPr anchorCtr="0" anchor="t" bIns="45700" lIns="91425" spcFirstLastPara="1" rIns="91425" wrap="square" tIns="45700">
            <a:normAutofit/>
          </a:bodyPr>
          <a:lstStyle>
            <a:lvl1pPr lvl="0" marR="0" rtl="0" algn="l">
              <a:spcBef>
                <a:spcPts val="0"/>
              </a:spcBef>
              <a:spcAft>
                <a:spcPts val="0"/>
              </a:spcAft>
              <a:buClr>
                <a:schemeClr val="accent1"/>
              </a:buClr>
              <a:buSzPts val="3600"/>
              <a:buFont typeface="Trebuchet MS"/>
              <a:buNone/>
              <a:defRPr b="0" i="0" sz="3600" u="none" cap="none" strike="noStrike">
                <a:solidFill>
                  <a:schemeClr val="accent1"/>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22" name="Google Shape;22;p1"/>
          <p:cNvSpPr txBox="1"/>
          <p:nvPr>
            <p:ph idx="1" type="body"/>
          </p:nvPr>
        </p:nvSpPr>
        <p:spPr>
          <a:xfrm>
            <a:off x="677334" y="2160589"/>
            <a:ext cx="8596668" cy="3880773"/>
          </a:xfrm>
          <a:prstGeom prst="rect">
            <a:avLst/>
          </a:prstGeom>
          <a:noFill/>
          <a:ln>
            <a:noFill/>
          </a:ln>
        </p:spPr>
        <p:txBody>
          <a:bodyPr anchorCtr="0" anchor="t" bIns="45700" lIns="91425" spcFirstLastPara="1" rIns="91425" wrap="square" tIns="45700">
            <a:normAutofit/>
          </a:bodyPr>
          <a:lstStyle>
            <a:lvl1pPr indent="-320040" lvl="0" marL="457200" marR="0" rtl="0" algn="l">
              <a:spcBef>
                <a:spcPts val="1000"/>
              </a:spcBef>
              <a:spcAft>
                <a:spcPts val="0"/>
              </a:spcAft>
              <a:buClr>
                <a:schemeClr val="accent1"/>
              </a:buClr>
              <a:buSzPts val="1440"/>
              <a:buFont typeface="Noto Sans Symbols"/>
              <a:buChar char="►"/>
              <a:defRPr b="0" i="0" sz="1800" u="none" cap="none" strike="noStrike">
                <a:solidFill>
                  <a:srgbClr val="3F3F3F"/>
                </a:solidFill>
                <a:latin typeface="Trebuchet MS"/>
                <a:ea typeface="Trebuchet MS"/>
                <a:cs typeface="Trebuchet MS"/>
                <a:sym typeface="Trebuchet MS"/>
              </a:defRPr>
            </a:lvl1pPr>
            <a:lvl2pPr indent="-309880" lvl="1" marL="914400" marR="0" rtl="0" algn="l">
              <a:spcBef>
                <a:spcPts val="1000"/>
              </a:spcBef>
              <a:spcAft>
                <a:spcPts val="0"/>
              </a:spcAft>
              <a:buClr>
                <a:schemeClr val="accent1"/>
              </a:buClr>
              <a:buSzPts val="1280"/>
              <a:buFont typeface="Noto Sans Symbols"/>
              <a:buChar char="►"/>
              <a:defRPr b="0" i="0" sz="1600" u="none" cap="none" strike="noStrike">
                <a:solidFill>
                  <a:srgbClr val="3F3F3F"/>
                </a:solidFill>
                <a:latin typeface="Trebuchet MS"/>
                <a:ea typeface="Trebuchet MS"/>
                <a:cs typeface="Trebuchet MS"/>
                <a:sym typeface="Trebuchet MS"/>
              </a:defRPr>
            </a:lvl2pPr>
            <a:lvl3pPr indent="-299720" lvl="2" marL="1371600" marR="0" rtl="0" algn="l">
              <a:spcBef>
                <a:spcPts val="1000"/>
              </a:spcBef>
              <a:spcAft>
                <a:spcPts val="0"/>
              </a:spcAft>
              <a:buClr>
                <a:schemeClr val="accent1"/>
              </a:buClr>
              <a:buSzPts val="1120"/>
              <a:buFont typeface="Noto Sans Symbols"/>
              <a:buChar char="►"/>
              <a:defRPr b="0" i="0" sz="1400" u="none" cap="none" strike="noStrike">
                <a:solidFill>
                  <a:srgbClr val="3F3F3F"/>
                </a:solidFill>
                <a:latin typeface="Trebuchet MS"/>
                <a:ea typeface="Trebuchet MS"/>
                <a:cs typeface="Trebuchet MS"/>
                <a:sym typeface="Trebuchet MS"/>
              </a:defRPr>
            </a:lvl3pPr>
            <a:lvl4pPr indent="-289560" lvl="3" marL="1828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4pPr>
            <a:lvl5pPr indent="-289560" lvl="4" marL="22860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5pPr>
            <a:lvl6pPr indent="-289560" lvl="5" marL="27432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6pPr>
            <a:lvl7pPr indent="-289560" lvl="6" marL="32004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7pPr>
            <a:lvl8pPr indent="-289560" lvl="7" marL="36576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8pPr>
            <a:lvl9pPr indent="-289560" lvl="8" marL="4114800" marR="0" rtl="0" algn="l">
              <a:spcBef>
                <a:spcPts val="1000"/>
              </a:spcBef>
              <a:spcAft>
                <a:spcPts val="0"/>
              </a:spcAft>
              <a:buClr>
                <a:schemeClr val="accent1"/>
              </a:buClr>
              <a:buSzPts val="960"/>
              <a:buFont typeface="Noto Sans Symbols"/>
              <a:buChar char="►"/>
              <a:defRPr b="0" i="0" sz="1200" u="none" cap="none" strike="noStrike">
                <a:solidFill>
                  <a:srgbClr val="3F3F3F"/>
                </a:solidFill>
                <a:latin typeface="Trebuchet MS"/>
                <a:ea typeface="Trebuchet MS"/>
                <a:cs typeface="Trebuchet MS"/>
                <a:sym typeface="Trebuchet MS"/>
              </a:defRPr>
            </a:lvl9pPr>
          </a:lstStyle>
          <a:p/>
        </p:txBody>
      </p:sp>
      <p:sp>
        <p:nvSpPr>
          <p:cNvPr id="23" name="Google Shape;23;p1"/>
          <p:cNvSpPr txBox="1"/>
          <p:nvPr>
            <p:ph idx="10" type="dt"/>
          </p:nvPr>
        </p:nvSpPr>
        <p:spPr>
          <a:xfrm>
            <a:off x="7205133" y="6041362"/>
            <a:ext cx="911939"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4" name="Google Shape;24;p1"/>
          <p:cNvSpPr txBox="1"/>
          <p:nvPr>
            <p:ph idx="11" type="ftr"/>
          </p:nvPr>
        </p:nvSpPr>
        <p:spPr>
          <a:xfrm>
            <a:off x="677334" y="6041362"/>
            <a:ext cx="6297612"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Trebuchet MS"/>
                <a:ea typeface="Trebuchet MS"/>
                <a:cs typeface="Trebuchet MS"/>
                <a:sym typeface="Trebuchet MS"/>
              </a:defRPr>
            </a:lvl1pPr>
            <a:lvl2pPr lvl="1"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2pPr>
            <a:lvl3pPr lvl="2"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3pPr>
            <a:lvl4pPr lvl="3"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4pPr>
            <a:lvl5pPr lvl="4"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5pPr>
            <a:lvl6pPr lvl="5"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6pPr>
            <a:lvl7pPr lvl="6"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7pPr>
            <a:lvl8pPr lvl="7"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8pPr>
            <a:lvl9pPr lvl="8" marR="0" rtl="0" algn="l">
              <a:spcBef>
                <a:spcPts val="0"/>
              </a:spcBef>
              <a:spcAft>
                <a:spcPts val="0"/>
              </a:spcAft>
              <a:buSzPts val="1400"/>
              <a:buNone/>
              <a:defRPr b="0" i="0" sz="1800" u="none" cap="none" strike="noStrike">
                <a:solidFill>
                  <a:schemeClr val="dk1"/>
                </a:solidFill>
                <a:latin typeface="Trebuchet MS"/>
                <a:ea typeface="Trebuchet MS"/>
                <a:cs typeface="Trebuchet MS"/>
                <a:sym typeface="Trebuchet MS"/>
              </a:defRPr>
            </a:lvl9pPr>
          </a:lstStyle>
          <a:p/>
        </p:txBody>
      </p:sp>
      <p:sp>
        <p:nvSpPr>
          <p:cNvPr id="25" name="Google Shape;25;p1"/>
          <p:cNvSpPr txBox="1"/>
          <p:nvPr>
            <p:ph idx="12" type="sldNum"/>
          </p:nvPr>
        </p:nvSpPr>
        <p:spPr>
          <a:xfrm>
            <a:off x="8590663" y="6041362"/>
            <a:ext cx="683339"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chemeClr val="accent1"/>
                </a:solidFill>
                <a:latin typeface="Trebuchet MS"/>
                <a:ea typeface="Trebuchet MS"/>
                <a:cs typeface="Trebuchet MS"/>
                <a:sym typeface="Trebuchet MS"/>
              </a:defRPr>
            </a:lvl1pPr>
            <a:lvl2pPr indent="0" lvl="1" marL="0" marR="0" rtl="0" algn="r">
              <a:spcBef>
                <a:spcPts val="0"/>
              </a:spcBef>
              <a:buNone/>
              <a:defRPr b="0" i="0" sz="900" u="none" cap="none" strike="noStrike">
                <a:solidFill>
                  <a:schemeClr val="accent1"/>
                </a:solidFill>
                <a:latin typeface="Trebuchet MS"/>
                <a:ea typeface="Trebuchet MS"/>
                <a:cs typeface="Trebuchet MS"/>
                <a:sym typeface="Trebuchet MS"/>
              </a:defRPr>
            </a:lvl2pPr>
            <a:lvl3pPr indent="0" lvl="2" marL="0" marR="0" rtl="0" algn="r">
              <a:spcBef>
                <a:spcPts val="0"/>
              </a:spcBef>
              <a:buNone/>
              <a:defRPr b="0" i="0" sz="900" u="none" cap="none" strike="noStrike">
                <a:solidFill>
                  <a:schemeClr val="accent1"/>
                </a:solidFill>
                <a:latin typeface="Trebuchet MS"/>
                <a:ea typeface="Trebuchet MS"/>
                <a:cs typeface="Trebuchet MS"/>
                <a:sym typeface="Trebuchet MS"/>
              </a:defRPr>
            </a:lvl3pPr>
            <a:lvl4pPr indent="0" lvl="3" marL="0" marR="0" rtl="0" algn="r">
              <a:spcBef>
                <a:spcPts val="0"/>
              </a:spcBef>
              <a:buNone/>
              <a:defRPr b="0" i="0" sz="900" u="none" cap="none" strike="noStrike">
                <a:solidFill>
                  <a:schemeClr val="accent1"/>
                </a:solidFill>
                <a:latin typeface="Trebuchet MS"/>
                <a:ea typeface="Trebuchet MS"/>
                <a:cs typeface="Trebuchet MS"/>
                <a:sym typeface="Trebuchet MS"/>
              </a:defRPr>
            </a:lvl4pPr>
            <a:lvl5pPr indent="0" lvl="4" marL="0" marR="0" rtl="0" algn="r">
              <a:spcBef>
                <a:spcPts val="0"/>
              </a:spcBef>
              <a:buNone/>
              <a:defRPr b="0" i="0" sz="900" u="none" cap="none" strike="noStrike">
                <a:solidFill>
                  <a:schemeClr val="accent1"/>
                </a:solidFill>
                <a:latin typeface="Trebuchet MS"/>
                <a:ea typeface="Trebuchet MS"/>
                <a:cs typeface="Trebuchet MS"/>
                <a:sym typeface="Trebuchet MS"/>
              </a:defRPr>
            </a:lvl5pPr>
            <a:lvl6pPr indent="0" lvl="5" marL="0" marR="0" rtl="0" algn="r">
              <a:spcBef>
                <a:spcPts val="0"/>
              </a:spcBef>
              <a:buNone/>
              <a:defRPr b="0" i="0" sz="900" u="none" cap="none" strike="noStrike">
                <a:solidFill>
                  <a:schemeClr val="accent1"/>
                </a:solidFill>
                <a:latin typeface="Trebuchet MS"/>
                <a:ea typeface="Trebuchet MS"/>
                <a:cs typeface="Trebuchet MS"/>
                <a:sym typeface="Trebuchet MS"/>
              </a:defRPr>
            </a:lvl6pPr>
            <a:lvl7pPr indent="0" lvl="6" marL="0" marR="0" rtl="0" algn="r">
              <a:spcBef>
                <a:spcPts val="0"/>
              </a:spcBef>
              <a:buNone/>
              <a:defRPr b="0" i="0" sz="900" u="none" cap="none" strike="noStrike">
                <a:solidFill>
                  <a:schemeClr val="accent1"/>
                </a:solidFill>
                <a:latin typeface="Trebuchet MS"/>
                <a:ea typeface="Trebuchet MS"/>
                <a:cs typeface="Trebuchet MS"/>
                <a:sym typeface="Trebuchet MS"/>
              </a:defRPr>
            </a:lvl7pPr>
            <a:lvl8pPr indent="0" lvl="7" marL="0" marR="0" rtl="0" algn="r">
              <a:spcBef>
                <a:spcPts val="0"/>
              </a:spcBef>
              <a:buNone/>
              <a:defRPr b="0" i="0" sz="900" u="none" cap="none" strike="noStrike">
                <a:solidFill>
                  <a:schemeClr val="accent1"/>
                </a:solidFill>
                <a:latin typeface="Trebuchet MS"/>
                <a:ea typeface="Trebuchet MS"/>
                <a:cs typeface="Trebuchet MS"/>
                <a:sym typeface="Trebuchet MS"/>
              </a:defRPr>
            </a:lvl8pPr>
            <a:lvl9pPr indent="0" lvl="8" marL="0" marR="0" rtl="0" algn="r">
              <a:spcBef>
                <a:spcPts val="0"/>
              </a:spcBef>
              <a:buNone/>
              <a:defRPr b="0" i="0" sz="900" u="none" cap="none" strike="noStrike">
                <a:solidFill>
                  <a:schemeClr val="accent1"/>
                </a:solidFill>
                <a:latin typeface="Trebuchet MS"/>
                <a:ea typeface="Trebuchet MS"/>
                <a:cs typeface="Trebuchet MS"/>
                <a:sym typeface="Trebuchet MS"/>
              </a:defRPr>
            </a:lvl9pPr>
          </a:lstStyle>
          <a:p>
            <a:pPr indent="0" lvl="0" marL="0" rtl="0" algn="r">
              <a:spcBef>
                <a:spcPts val="0"/>
              </a:spcBef>
              <a:spcAft>
                <a:spcPts val="0"/>
              </a:spcAft>
              <a:buNone/>
            </a:pPr>
            <a:fld id="{00000000-1234-1234-1234-123412341234}" type="slidenum">
              <a:rPr lang="en-US"/>
              <a:t>‹#›</a:t>
            </a:fld>
            <a:endParaRPr/>
          </a:p>
        </p:txBody>
      </p:sp>
      <p:sp>
        <p:nvSpPr>
          <p:cNvPr id="26" name="Google Shape;26;p1"/>
          <p:cNvSpPr txBox="1"/>
          <p:nvPr/>
        </p:nvSpPr>
        <p:spPr>
          <a:xfrm>
            <a:off x="660396"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0" i="0" lang="en-US" sz="1100" u="none" cap="none" strike="noStrike">
                <a:solidFill>
                  <a:schemeClr val="accent2"/>
                </a:solidFill>
                <a:latin typeface="Trebuchet MS"/>
                <a:ea typeface="Trebuchet MS"/>
                <a:cs typeface="Trebuchet MS"/>
                <a:sym typeface="Trebuchet MS"/>
              </a:rPr>
              <a:t>9/2/2026</a:t>
            </a:r>
            <a:endParaRPr b="0" i="0" sz="1100" u="none" cap="none" strike="noStrike">
              <a:solidFill>
                <a:schemeClr val="accent2"/>
              </a:solidFill>
              <a:latin typeface="Trebuchet MS"/>
              <a:ea typeface="Trebuchet MS"/>
              <a:cs typeface="Trebuchet MS"/>
              <a:sym typeface="Trebuchet MS"/>
            </a:endParaRPr>
          </a:p>
        </p:txBody>
      </p:sp>
      <p:sp>
        <p:nvSpPr>
          <p:cNvPr id="27" name="Google Shape;27;p1"/>
          <p:cNvSpPr txBox="1"/>
          <p:nvPr/>
        </p:nvSpPr>
        <p:spPr>
          <a:xfrm>
            <a:off x="1445526" y="6378906"/>
            <a:ext cx="4114800" cy="365125"/>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rPr b="1" i="0" lang="en-US" sz="1100" u="none" cap="none" strike="noStrike">
                <a:solidFill>
                  <a:schemeClr val="accent2"/>
                </a:solidFill>
                <a:latin typeface="Trebuchet MS"/>
                <a:ea typeface="Trebuchet MS"/>
                <a:cs typeface="Trebuchet MS"/>
                <a:sym typeface="Trebuchet MS"/>
              </a:rPr>
              <a:t>Annual Review</a:t>
            </a:r>
            <a:endParaRPr/>
          </a:p>
        </p:txBody>
      </p:sp>
      <p:sp>
        <p:nvSpPr>
          <p:cNvPr id="28" name="Google Shape;28;p1"/>
          <p:cNvSpPr txBox="1"/>
          <p:nvPr/>
        </p:nvSpPr>
        <p:spPr>
          <a:xfrm>
            <a:off x="8805338" y="6378906"/>
            <a:ext cx="2743200" cy="365125"/>
          </a:xfrm>
          <a:prstGeom prst="rect">
            <a:avLst/>
          </a:prstGeom>
          <a:noFill/>
          <a:ln>
            <a:noFill/>
          </a:ln>
        </p:spPr>
        <p:txBody>
          <a:bodyPr anchorCtr="0" anchor="ctr"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100" u="none" cap="none" strike="noStrike">
                <a:solidFill>
                  <a:schemeClr val="accent4"/>
                </a:solidFill>
                <a:latin typeface="Trebuchet MS"/>
                <a:ea typeface="Trebuchet MS"/>
                <a:cs typeface="Trebuchet MS"/>
                <a:sym typeface="Trebuchet MS"/>
              </a:rPr>
              <a:t>‹#›</a:t>
            </a:fld>
            <a:endParaRPr b="0" i="0" sz="1100" u="none" cap="none" strike="noStrike">
              <a:solidFill>
                <a:schemeClr val="accent4"/>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8.jp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jp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8.jpg"/><Relationship Id="rId4" Type="http://schemas.openxmlformats.org/officeDocument/2006/relationships/image" Target="../media/image7.png"/><Relationship Id="rId5"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8.jpg"/><Relationship Id="rId4" Type="http://schemas.openxmlformats.org/officeDocument/2006/relationships/image" Target="../media/image11.png"/><Relationship Id="rId5" Type="http://schemas.openxmlformats.org/officeDocument/2006/relationships/image" Target="../media/image4.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8.jpg"/><Relationship Id="rId4" Type="http://schemas.openxmlformats.org/officeDocument/2006/relationships/image" Target="../media/image15.png"/><Relationship Id="rId5"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jpg"/><Relationship Id="rId4" Type="http://schemas.openxmlformats.org/officeDocument/2006/relationships/hyperlink" Target="https://github.com/Shyamanth-001/Seasonal-Agriculture-Performance-Analysis"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8.jp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8.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 name="Shape 196"/>
        <p:cNvGrpSpPr/>
        <p:nvPr/>
      </p:nvGrpSpPr>
      <p:grpSpPr>
        <a:xfrm>
          <a:off x="0" y="0"/>
          <a:ext cx="0" cy="0"/>
          <a:chOff x="0" y="0"/>
          <a:chExt cx="0" cy="0"/>
        </a:xfrm>
      </p:grpSpPr>
      <p:sp>
        <p:nvSpPr>
          <p:cNvPr id="197" name="Google Shape;197;p23"/>
          <p:cNvSpPr txBox="1"/>
          <p:nvPr>
            <p:ph idx="1" type="body"/>
          </p:nvPr>
        </p:nvSpPr>
        <p:spPr>
          <a:xfrm>
            <a:off x="678399" y="3583925"/>
            <a:ext cx="9472800" cy="8616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b="0" lang="en-US">
                <a:solidFill>
                  <a:schemeClr val="dk1"/>
                </a:solidFill>
              </a:rPr>
              <a:t>Name - </a:t>
            </a:r>
            <a:r>
              <a:rPr lang="en-US">
                <a:solidFill>
                  <a:schemeClr val="dk1"/>
                </a:solidFill>
              </a:rPr>
              <a:t>P Durgashyamanth</a:t>
            </a:r>
            <a:endParaRPr>
              <a:solidFill>
                <a:schemeClr val="dk1"/>
              </a:solidFill>
            </a:endParaRPr>
          </a:p>
          <a:p>
            <a:pPr indent="0" lvl="0" marL="0" rtl="0" algn="l">
              <a:spcBef>
                <a:spcPts val="1000"/>
              </a:spcBef>
              <a:spcAft>
                <a:spcPts val="0"/>
              </a:spcAft>
              <a:buSzPts val="1600"/>
              <a:buNone/>
            </a:pPr>
            <a:r>
              <a:rPr b="0" lang="en-US">
                <a:solidFill>
                  <a:schemeClr val="dk1"/>
                </a:solidFill>
              </a:rPr>
              <a:t>College Name - </a:t>
            </a:r>
            <a:r>
              <a:rPr lang="en-US">
                <a:solidFill>
                  <a:schemeClr val="dk1"/>
                </a:solidFill>
              </a:rPr>
              <a:t>BMS College of Engineering, Bangalore</a:t>
            </a:r>
            <a:endParaRPr>
              <a:solidFill>
                <a:schemeClr val="dk1"/>
              </a:solidFill>
            </a:endParaRPr>
          </a:p>
        </p:txBody>
      </p:sp>
      <p:sp>
        <p:nvSpPr>
          <p:cNvPr id="198" name="Google Shape;198;p23"/>
          <p:cNvSpPr txBox="1"/>
          <p:nvPr>
            <p:ph type="title"/>
          </p:nvPr>
        </p:nvSpPr>
        <p:spPr>
          <a:xfrm>
            <a:off x="678389" y="2844750"/>
            <a:ext cx="11289600" cy="7434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Project Title - </a:t>
            </a:r>
            <a:r>
              <a:rPr b="1" lang="en-US" sz="3200"/>
              <a:t>Seasonal Agriculture Performance Analysis</a:t>
            </a:r>
            <a:endParaRPr b="1" sz="3200"/>
          </a:p>
        </p:txBody>
      </p:sp>
      <p:sp>
        <p:nvSpPr>
          <p:cNvPr id="199" name="Google Shape;199;p23"/>
          <p:cNvSpPr txBox="1"/>
          <p:nvPr/>
        </p:nvSpPr>
        <p:spPr>
          <a:xfrm>
            <a:off x="6629950" y="289751"/>
            <a:ext cx="3312300" cy="861600"/>
          </a:xfrm>
          <a:prstGeom prst="rect">
            <a:avLst/>
          </a:prstGeom>
          <a:noFill/>
          <a:ln>
            <a:noFill/>
          </a:ln>
        </p:spPr>
        <p:txBody>
          <a:bodyPr anchorCtr="0" anchor="t" bIns="45700" lIns="91425" spcFirstLastPara="1" rIns="91425" wrap="square" tIns="45700">
            <a:normAutofit/>
          </a:bodyPr>
          <a:lstStyle/>
          <a:p>
            <a:pPr indent="0" lvl="0" marL="0" marR="0" rtl="0" algn="l">
              <a:spcBef>
                <a:spcPts val="0"/>
              </a:spcBef>
              <a:spcAft>
                <a:spcPts val="0"/>
              </a:spcAft>
              <a:buClr>
                <a:schemeClr val="accent1"/>
              </a:buClr>
              <a:buSzPts val="1920"/>
              <a:buFont typeface="Noto Sans Symbols"/>
              <a:buNone/>
            </a:pPr>
            <a:r>
              <a:t/>
            </a:r>
            <a:endParaRPr b="1" i="0" sz="2400" u="none" cap="none" strike="noStrike">
              <a:solidFill>
                <a:schemeClr val="accent4"/>
              </a:solidFill>
              <a:latin typeface="Trebuchet MS"/>
              <a:ea typeface="Trebuchet MS"/>
              <a:cs typeface="Trebuchet MS"/>
              <a:sym typeface="Trebuchet MS"/>
            </a:endParaRPr>
          </a:p>
        </p:txBody>
      </p:sp>
      <p:pic>
        <p:nvPicPr>
          <p:cNvPr id="200" name="Google Shape;200;p2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01" name="Google Shape;201;p23"/>
          <p:cNvSpPr txBox="1"/>
          <p:nvPr/>
        </p:nvSpPr>
        <p:spPr>
          <a:xfrm>
            <a:off x="678401" y="4560100"/>
            <a:ext cx="6787800" cy="36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i="0" lang="en-US" sz="1800" u="none" cap="none" strike="noStrike">
                <a:solidFill>
                  <a:schemeClr val="dk1"/>
                </a:solidFill>
                <a:latin typeface="Trebuchet MS"/>
                <a:ea typeface="Trebuchet MS"/>
                <a:cs typeface="Trebuchet MS"/>
                <a:sym typeface="Trebuchet MS"/>
              </a:rPr>
              <a:t>AICTE STU ID </a:t>
            </a:r>
            <a:r>
              <a:rPr b="1" i="0" lang="en-US" sz="1800" u="none" cap="none" strike="noStrike">
                <a:solidFill>
                  <a:schemeClr val="dk1"/>
                </a:solidFill>
                <a:latin typeface="Trebuchet MS"/>
                <a:ea typeface="Trebuchet MS"/>
                <a:cs typeface="Trebuchet MS"/>
                <a:sym typeface="Trebuchet MS"/>
              </a:rPr>
              <a:t>: STU6a6594b70202e1785042103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822"/>
                                        <p:tgtEl>
                                          <p:spTgt spid="1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199"/>
                                        </p:tgtEl>
                                        <p:attrNameLst>
                                          <p:attrName>style.visibility</p:attrName>
                                        </p:attrNameLst>
                                      </p:cBhvr>
                                      <p:to>
                                        <p:strVal val="visible"/>
                                      </p:to>
                                    </p:set>
                                    <p:anim calcmode="lin" valueType="num">
                                      <p:cBhvr additive="base">
                                        <p:cTn dur="500"/>
                                        <p:tgtEl>
                                          <p:spTgt spid="199"/>
                                        </p:tgtEl>
                                        <p:attrNameLst>
                                          <p:attrName>ppt_w</p:attrName>
                                        </p:attrNameLst>
                                      </p:cBhvr>
                                      <p:tavLst>
                                        <p:tav fmla="" tm="0">
                                          <p:val>
                                            <p:strVal val="0"/>
                                          </p:val>
                                        </p:tav>
                                        <p:tav fmla="" tm="100000">
                                          <p:val>
                                            <p:strVal val="#ppt_w"/>
                                          </p:val>
                                        </p:tav>
                                      </p:tavLst>
                                    </p:anim>
                                    <p:anim calcmode="lin" valueType="num">
                                      <p:cBhvr additive="base">
                                        <p:cTn dur="500"/>
                                        <p:tgtEl>
                                          <p:spTgt spid="19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0" st="0"/>
                                            </p:txEl>
                                          </p:spTgt>
                                        </p:tgtEl>
                                        <p:attrNameLst>
                                          <p:attrName>style.visibility</p:attrName>
                                        </p:attrNameLst>
                                      </p:cBhvr>
                                      <p:to>
                                        <p:strVal val="visible"/>
                                      </p:to>
                                    </p:set>
                                    <p:animEffect filter="fade" transition="in">
                                      <p:cBhvr>
                                        <p:cTn dur="500"/>
                                        <p:tgtEl>
                                          <p:spTgt spid="1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7">
                                            <p:txEl>
                                              <p:pRg end="1" st="1"/>
                                            </p:txEl>
                                          </p:spTgt>
                                        </p:tgtEl>
                                        <p:attrNameLst>
                                          <p:attrName>style.visibility</p:attrName>
                                        </p:attrNameLst>
                                      </p:cBhvr>
                                      <p:to>
                                        <p:strVal val="visible"/>
                                      </p:to>
                                    </p:set>
                                    <p:animEffect filter="fade" transition="in">
                                      <p:cBhvr>
                                        <p:cTn dur="500"/>
                                        <p:tgtEl>
                                          <p:spTgt spid="197">
                                            <p:txEl>
                                              <p:pRg end="1" st="1"/>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24"/>
          <p:cNvSpPr txBox="1"/>
          <p:nvPr>
            <p:ph idx="1" type="body"/>
          </p:nvPr>
        </p:nvSpPr>
        <p:spPr>
          <a:xfrm>
            <a:off x="486650" y="1937925"/>
            <a:ext cx="7531500" cy="4517700"/>
          </a:xfrm>
          <a:prstGeom prst="rect">
            <a:avLst/>
          </a:prstGeom>
          <a:noFill/>
          <a:ln>
            <a:noFill/>
          </a:ln>
        </p:spPr>
        <p:txBody>
          <a:bodyPr anchorCtr="0" anchor="t" bIns="45700" lIns="91425" spcFirstLastPara="1" rIns="91425" wrap="square" tIns="45700">
            <a:normAutofit fontScale="70000" lnSpcReduction="20000"/>
          </a:bodyPr>
          <a:lstStyle/>
          <a:p>
            <a:pPr indent="-300228" lvl="0" marL="342900" rtl="0" algn="l">
              <a:lnSpc>
                <a:spcPct val="150000"/>
              </a:lnSpc>
              <a:spcBef>
                <a:spcPts val="0"/>
              </a:spcBef>
              <a:spcAft>
                <a:spcPts val="0"/>
              </a:spcAft>
              <a:buSzPct val="80000"/>
              <a:buChar char="▪"/>
            </a:pPr>
            <a:r>
              <a:rPr lang="en-US" sz="2800"/>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analyze the given agricultural dataset and investigate seasonal differences in agricultural performance by identifying meaningful patterns, trends, relationships and variations within the available data. </a:t>
            </a:r>
            <a:endParaRPr/>
          </a:p>
        </p:txBody>
      </p:sp>
      <p:sp>
        <p:nvSpPr>
          <p:cNvPr id="207" name="Google Shape;207;p24"/>
          <p:cNvSpPr txBox="1"/>
          <p:nvPr>
            <p:ph type="title"/>
          </p:nvPr>
        </p:nvSpPr>
        <p:spPr>
          <a:xfrm>
            <a:off x="754602" y="550417"/>
            <a:ext cx="6995604" cy="790111"/>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PROBLEM  STATEMENT</a:t>
            </a:r>
            <a:endParaRPr/>
          </a:p>
        </p:txBody>
      </p:sp>
      <p:pic>
        <p:nvPicPr>
          <p:cNvPr id="208" name="Google Shape;208;p24"/>
          <p:cNvPicPr preferRelativeResize="0"/>
          <p:nvPr/>
        </p:nvPicPr>
        <p:blipFill rotWithShape="1">
          <a:blip r:embed="rId3">
            <a:alphaModFix/>
          </a:blip>
          <a:srcRect b="0" l="0" r="0" t="0"/>
          <a:stretch/>
        </p:blipFill>
        <p:spPr>
          <a:xfrm>
            <a:off x="7995684" y="2930834"/>
            <a:ext cx="2760758" cy="3264409"/>
          </a:xfrm>
          <a:prstGeom prst="rect">
            <a:avLst/>
          </a:prstGeom>
          <a:noFill/>
          <a:ln>
            <a:noFill/>
          </a:ln>
        </p:spPr>
      </p:pic>
      <p:pic>
        <p:nvPicPr>
          <p:cNvPr id="209" name="Google Shape;209;p24"/>
          <p:cNvPicPr preferRelativeResize="0"/>
          <p:nvPr/>
        </p:nvPicPr>
        <p:blipFill rotWithShape="1">
          <a:blip r:embed="rId4">
            <a:alphaModFix/>
          </a:blip>
          <a:srcRect b="0" l="0" r="0" t="96181"/>
          <a:stretch/>
        </p:blipFill>
        <p:spPr>
          <a:xfrm>
            <a:off x="564857" y="6455545"/>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07"/>
                                        </p:tgtEl>
                                        <p:attrNameLst>
                                          <p:attrName>style.visibility</p:attrName>
                                        </p:attrNameLst>
                                      </p:cBhvr>
                                      <p:to>
                                        <p:strVal val="visible"/>
                                      </p:to>
                                    </p:set>
                                    <p:anim calcmode="lin" valueType="num">
                                      <p:cBhvr additive="base">
                                        <p:cTn dur="500"/>
                                        <p:tgtEl>
                                          <p:spTgt spid="207"/>
                                        </p:tgtEl>
                                        <p:attrNameLst>
                                          <p:attrName>ppt_w</p:attrName>
                                        </p:attrNameLst>
                                      </p:cBhvr>
                                      <p:tavLst>
                                        <p:tav fmla="" tm="0">
                                          <p:val>
                                            <p:strVal val="0"/>
                                          </p:val>
                                        </p:tav>
                                        <p:tav fmla="" tm="100000">
                                          <p:val>
                                            <p:strVal val="#ppt_w"/>
                                          </p:val>
                                        </p:tav>
                                      </p:tavLst>
                                    </p:anim>
                                    <p:anim calcmode="lin" valueType="num">
                                      <p:cBhvr additive="base">
                                        <p:cTn dur="500"/>
                                        <p:tgtEl>
                                          <p:spTgt spid="207"/>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6">
                                            <p:txEl>
                                              <p:pRg end="0" st="0"/>
                                            </p:txEl>
                                          </p:spTgt>
                                        </p:tgtEl>
                                        <p:attrNameLst>
                                          <p:attrName>style.visibility</p:attrName>
                                        </p:attrNameLst>
                                      </p:cBhvr>
                                      <p:to>
                                        <p:strVal val="visible"/>
                                      </p:to>
                                    </p:set>
                                    <p:animEffect filter="fade" transition="in">
                                      <p:cBhvr>
                                        <p:cTn dur="1000"/>
                                        <p:tgtEl>
                                          <p:spTgt spid="206">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13" name="Shape 213"/>
        <p:cNvGrpSpPr/>
        <p:nvPr/>
      </p:nvGrpSpPr>
      <p:grpSpPr>
        <a:xfrm>
          <a:off x="0" y="0"/>
          <a:ext cx="0" cy="0"/>
          <a:chOff x="0" y="0"/>
          <a:chExt cx="0" cy="0"/>
        </a:xfrm>
      </p:grpSpPr>
      <p:sp>
        <p:nvSpPr>
          <p:cNvPr id="214" name="Google Shape;214;p25"/>
          <p:cNvSpPr txBox="1"/>
          <p:nvPr>
            <p:ph type="title"/>
          </p:nvPr>
        </p:nvSpPr>
        <p:spPr>
          <a:xfrm>
            <a:off x="562200" y="614450"/>
            <a:ext cx="9556200" cy="6092100"/>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a:t>Project Description</a:t>
            </a:r>
            <a:endParaRPr/>
          </a:p>
          <a:p>
            <a:pPr indent="0" lvl="0" marL="0" rtl="0" algn="l">
              <a:spcBef>
                <a:spcPts val="0"/>
              </a:spcBef>
              <a:spcAft>
                <a:spcPts val="0"/>
              </a:spcAft>
              <a:buClr>
                <a:schemeClr val="dk1"/>
              </a:buClr>
              <a:buSzPct val="255621"/>
              <a:buFont typeface="Trebuchet MS"/>
              <a:buNone/>
            </a:pPr>
            <a:br>
              <a:rPr lang="en-US"/>
            </a:br>
            <a:r>
              <a:rPr b="0" lang="en-US" sz="1878">
                <a:latin typeface="Arial"/>
                <a:ea typeface="Arial"/>
                <a:cs typeface="Arial"/>
                <a:sym typeface="Arial"/>
              </a:rPr>
              <a:t>This project performs </a:t>
            </a:r>
            <a:r>
              <a:rPr lang="en-US" sz="1878">
                <a:latin typeface="Arial"/>
                <a:ea typeface="Arial"/>
                <a:cs typeface="Arial"/>
                <a:sym typeface="Arial"/>
              </a:rPr>
              <a:t>Exploratory Data Analysis (EDA) and Statistical Analysis</a:t>
            </a:r>
            <a:r>
              <a:rPr b="0" lang="en-US" sz="1878">
                <a:latin typeface="Arial"/>
                <a:ea typeface="Arial"/>
                <a:cs typeface="Arial"/>
                <a:sym typeface="Arial"/>
              </a:rPr>
              <a:t> on agricultural farm data containing 4,000 farm records across 8 states, 8 crops, and 3 seasons.</a:t>
            </a:r>
            <a:endParaRPr b="0" sz="1878">
              <a:latin typeface="Arial"/>
              <a:ea typeface="Arial"/>
              <a:cs typeface="Arial"/>
              <a:sym typeface="Arial"/>
            </a:endParaRPr>
          </a:p>
          <a:p>
            <a:pPr indent="0" lvl="0" marL="0" rtl="0" algn="l">
              <a:lnSpc>
                <a:spcPct val="115000"/>
              </a:lnSpc>
              <a:spcBef>
                <a:spcPts val="1200"/>
              </a:spcBef>
              <a:spcAft>
                <a:spcPts val="0"/>
              </a:spcAft>
              <a:buClr>
                <a:schemeClr val="dk1"/>
              </a:buClr>
              <a:buSzPct val="58580"/>
              <a:buFont typeface="Arial"/>
              <a:buNone/>
            </a:pPr>
            <a:r>
              <a:rPr b="0" lang="en-US" sz="1878">
                <a:latin typeface="Arial"/>
                <a:ea typeface="Arial"/>
                <a:cs typeface="Arial"/>
                <a:sym typeface="Arial"/>
              </a:rPr>
              <a:t>The analysis covers:</a:t>
            </a:r>
            <a:endParaRPr b="0" sz="1878">
              <a:latin typeface="Arial"/>
              <a:ea typeface="Arial"/>
              <a:cs typeface="Arial"/>
              <a:sym typeface="Arial"/>
            </a:endParaRPr>
          </a:p>
          <a:p>
            <a:pPr indent="-335915" lvl="0" marL="457200" rtl="0" algn="l">
              <a:lnSpc>
                <a:spcPct val="115000"/>
              </a:lnSpc>
              <a:spcBef>
                <a:spcPts val="1200"/>
              </a:spcBef>
              <a:spcAft>
                <a:spcPts val="0"/>
              </a:spcAft>
              <a:buSzPct val="100000"/>
              <a:buFont typeface="Arial"/>
              <a:buChar char="●"/>
            </a:pPr>
            <a:r>
              <a:rPr b="0" lang="en-US" sz="1878">
                <a:latin typeface="Arial"/>
                <a:ea typeface="Arial"/>
                <a:cs typeface="Arial"/>
                <a:sym typeface="Arial"/>
              </a:rPr>
              <a:t>Data cleaning and validation</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Missing-value and duplicate analysis</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Crop, state, and season-wise performance</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Yield, revenue, cost, and profit analysis</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Water usage and water-efficiency analysis</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Disease and pest risk analysis</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Crop × Season and State × Season comparisons</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Correlation analysis</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One-way and two-way ANOVA</a:t>
            </a:r>
            <a:endParaRPr b="0" sz="1878">
              <a:latin typeface="Arial"/>
              <a:ea typeface="Arial"/>
              <a:cs typeface="Arial"/>
              <a:sym typeface="Arial"/>
            </a:endParaRPr>
          </a:p>
          <a:p>
            <a:pPr indent="-335915" lvl="0" marL="457200" rtl="0" algn="l">
              <a:lnSpc>
                <a:spcPct val="115000"/>
              </a:lnSpc>
              <a:spcBef>
                <a:spcPts val="0"/>
              </a:spcBef>
              <a:spcAft>
                <a:spcPts val="0"/>
              </a:spcAft>
              <a:buSzPct val="100000"/>
              <a:buFont typeface="Arial"/>
              <a:buChar char="●"/>
            </a:pPr>
            <a:r>
              <a:rPr b="0" lang="en-US" sz="1878">
                <a:latin typeface="Arial"/>
                <a:ea typeface="Arial"/>
                <a:cs typeface="Arial"/>
                <a:sym typeface="Arial"/>
              </a:rPr>
              <a:t>Identification of high-performing and low-performing combinations</a:t>
            </a:r>
            <a:endParaRPr b="0" sz="1878">
              <a:latin typeface="Arial"/>
              <a:ea typeface="Arial"/>
              <a:cs typeface="Arial"/>
              <a:sym typeface="Arial"/>
            </a:endParaRPr>
          </a:p>
          <a:p>
            <a:pPr indent="0" lvl="0" marL="0" rtl="0" algn="l">
              <a:spcBef>
                <a:spcPts val="1200"/>
              </a:spcBef>
              <a:spcAft>
                <a:spcPts val="0"/>
              </a:spcAft>
              <a:buClr>
                <a:schemeClr val="dk1"/>
              </a:buClr>
              <a:buSzPct val="100000"/>
              <a:buFont typeface="Trebuchet MS"/>
              <a:buNone/>
            </a:pPr>
            <a:br>
              <a:rPr lang="en-US"/>
            </a:br>
            <a:endParaRPr/>
          </a:p>
        </p:txBody>
      </p:sp>
      <p:pic>
        <p:nvPicPr>
          <p:cNvPr id="215" name="Google Shape;215;p2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pic>
        <p:nvPicPr>
          <p:cNvPr id="216" name="Google Shape;216;p25"/>
          <p:cNvPicPr preferRelativeResize="0"/>
          <p:nvPr/>
        </p:nvPicPr>
        <p:blipFill rotWithShape="1">
          <a:blip r:embed="rId4">
            <a:alphaModFix/>
          </a:blip>
          <a:srcRect b="0" l="0" r="0" t="0"/>
          <a:stretch/>
        </p:blipFill>
        <p:spPr>
          <a:xfrm>
            <a:off x="467359" y="6410461"/>
            <a:ext cx="3706253" cy="2960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14"/>
                                        </p:tgtEl>
                                        <p:attrNameLst>
                                          <p:attrName>style.visibility</p:attrName>
                                        </p:attrNameLst>
                                      </p:cBhvr>
                                      <p:to>
                                        <p:strVal val="visible"/>
                                      </p:to>
                                    </p:set>
                                    <p:anim calcmode="lin" valueType="num">
                                      <p:cBhvr additive="base">
                                        <p:cTn dur="500"/>
                                        <p:tgtEl>
                                          <p:spTgt spid="214"/>
                                        </p:tgtEl>
                                        <p:attrNameLst>
                                          <p:attrName>ppt_w</p:attrName>
                                        </p:attrNameLst>
                                      </p:cBhvr>
                                      <p:tavLst>
                                        <p:tav fmla="" tm="0">
                                          <p:val>
                                            <p:strVal val="0"/>
                                          </p:val>
                                        </p:tav>
                                        <p:tav fmla="" tm="100000">
                                          <p:val>
                                            <p:strVal val="#ppt_w"/>
                                          </p:val>
                                        </p:tav>
                                      </p:tavLst>
                                    </p:anim>
                                    <p:anim calcmode="lin" valueType="num">
                                      <p:cBhvr additive="base">
                                        <p:cTn dur="500"/>
                                        <p:tgtEl>
                                          <p:spTgt spid="214"/>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26"/>
          <p:cNvSpPr txBox="1"/>
          <p:nvPr>
            <p:ph idx="1" type="body"/>
          </p:nvPr>
        </p:nvSpPr>
        <p:spPr>
          <a:xfrm>
            <a:off x="276278" y="1772848"/>
            <a:ext cx="5374500" cy="4595100"/>
          </a:xfrm>
          <a:prstGeom prst="rect">
            <a:avLst/>
          </a:prstGeom>
          <a:noFill/>
          <a:ln>
            <a:noFill/>
          </a:ln>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US">
                <a:solidFill>
                  <a:schemeClr val="dk1"/>
                </a:solidFill>
                <a:latin typeface="Arial"/>
                <a:ea typeface="Arial"/>
                <a:cs typeface="Arial"/>
                <a:sym typeface="Arial"/>
              </a:rPr>
              <a:t>👨‍🌾 Farmers</a:t>
            </a:r>
            <a:endParaRPr b="1">
              <a:solidFill>
                <a:schemeClr val="dk1"/>
              </a:solidFill>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Select suitable crops and seasons</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Compare expected profitability</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Improve water utilization</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Support farm-level decision making</a:t>
            </a:r>
            <a:endParaRPr sz="1800">
              <a:solidFill>
                <a:schemeClr val="dk1"/>
              </a:solidFill>
              <a:latin typeface="Arial"/>
              <a:ea typeface="Arial"/>
              <a:cs typeface="Arial"/>
              <a:sym typeface="Arial"/>
            </a:endParaRPr>
          </a:p>
          <a:p>
            <a:pPr indent="0" lvl="0" marL="0" rtl="0" algn="l">
              <a:lnSpc>
                <a:spcPct val="115000"/>
              </a:lnSpc>
              <a:spcBef>
                <a:spcPts val="1400"/>
              </a:spcBef>
              <a:spcAft>
                <a:spcPts val="0"/>
              </a:spcAft>
              <a:buClr>
                <a:schemeClr val="dk1"/>
              </a:buClr>
              <a:buSzPts val="1100"/>
              <a:buFont typeface="Arial"/>
              <a:buNone/>
            </a:pPr>
            <a:r>
              <a:rPr b="1" lang="en-US">
                <a:solidFill>
                  <a:schemeClr val="dk1"/>
                </a:solidFill>
                <a:latin typeface="Arial"/>
                <a:ea typeface="Arial"/>
                <a:cs typeface="Arial"/>
                <a:sym typeface="Arial"/>
              </a:rPr>
              <a:t>🏢 Agricultural Departments &amp; Government Agencies</a:t>
            </a:r>
            <a:endParaRPr b="1">
              <a:solidFill>
                <a:schemeClr val="dk1"/>
              </a:solidFill>
              <a:latin typeface="Arial"/>
              <a:ea typeface="Arial"/>
              <a:cs typeface="Arial"/>
              <a:sym typeface="Arial"/>
            </a:endParaRPr>
          </a:p>
          <a:p>
            <a:pPr indent="-342900" lvl="0" marL="457200" rtl="0" algn="l">
              <a:lnSpc>
                <a:spcPct val="115000"/>
              </a:lnSpc>
              <a:spcBef>
                <a:spcPts val="1200"/>
              </a:spcBef>
              <a:spcAft>
                <a:spcPts val="0"/>
              </a:spcAft>
              <a:buClr>
                <a:schemeClr val="dk1"/>
              </a:buClr>
              <a:buSzPts val="1800"/>
              <a:buFont typeface="Arial"/>
              <a:buChar char="●"/>
            </a:pPr>
            <a:r>
              <a:rPr lang="en-US" sz="1800">
                <a:solidFill>
                  <a:schemeClr val="dk1"/>
                </a:solidFill>
                <a:latin typeface="Arial"/>
                <a:ea typeface="Arial"/>
                <a:cs typeface="Arial"/>
                <a:sym typeface="Arial"/>
              </a:rPr>
              <a:t>Identify regional and seasonal agricultural patterns</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Support agricultural policies and planning</a:t>
            </a:r>
            <a:endParaRPr sz="1800">
              <a:solidFill>
                <a:schemeClr val="dk1"/>
              </a:solidFill>
              <a:latin typeface="Arial"/>
              <a:ea typeface="Arial"/>
              <a:cs typeface="Arial"/>
              <a:sym typeface="Arial"/>
            </a:endParaRPr>
          </a:p>
          <a:p>
            <a:pPr indent="-342900" lvl="0" marL="457200" rtl="0" algn="l">
              <a:lnSpc>
                <a:spcPct val="115000"/>
              </a:lnSpc>
              <a:spcBef>
                <a:spcPts val="0"/>
              </a:spcBef>
              <a:spcAft>
                <a:spcPts val="0"/>
              </a:spcAft>
              <a:buClr>
                <a:schemeClr val="dk1"/>
              </a:buClr>
              <a:buSzPts val="1800"/>
              <a:buFont typeface="Arial"/>
              <a:buChar char="●"/>
            </a:pPr>
            <a:r>
              <a:rPr lang="en-US" sz="1800">
                <a:solidFill>
                  <a:schemeClr val="dk1"/>
                </a:solidFill>
                <a:latin typeface="Arial"/>
                <a:ea typeface="Arial"/>
                <a:cs typeface="Arial"/>
                <a:sym typeface="Arial"/>
              </a:rPr>
              <a:t>Identify areas requiring resource or productivity improvements</a:t>
            </a:r>
            <a:endParaRPr sz="4300"/>
          </a:p>
        </p:txBody>
      </p:sp>
      <p:sp>
        <p:nvSpPr>
          <p:cNvPr id="222" name="Google Shape;222;p26"/>
          <p:cNvSpPr txBox="1"/>
          <p:nvPr>
            <p:ph type="title"/>
          </p:nvPr>
        </p:nvSpPr>
        <p:spPr>
          <a:xfrm>
            <a:off x="620008" y="876617"/>
            <a:ext cx="10046070" cy="802641"/>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Font typeface="Trebuchet MS"/>
              <a:buNone/>
            </a:pPr>
            <a:r>
              <a:rPr lang="en-US" sz="3200"/>
              <a:t>WHO ARE THE END USERS?</a:t>
            </a:r>
            <a:endParaRPr sz="2000"/>
          </a:p>
        </p:txBody>
      </p:sp>
      <p:pic>
        <p:nvPicPr>
          <p:cNvPr id="223" name="Google Shape;223;p26"/>
          <p:cNvPicPr preferRelativeResize="0"/>
          <p:nvPr/>
        </p:nvPicPr>
        <p:blipFill rotWithShape="1">
          <a:blip r:embed="rId3">
            <a:alphaModFix/>
          </a:blip>
          <a:srcRect b="0" l="0" r="0" t="0"/>
          <a:stretch/>
        </p:blipFill>
        <p:spPr>
          <a:xfrm>
            <a:off x="721359" y="6176804"/>
            <a:ext cx="2181225" cy="485775"/>
          </a:xfrm>
          <a:prstGeom prst="rect">
            <a:avLst/>
          </a:prstGeom>
          <a:noFill/>
          <a:ln>
            <a:noFill/>
          </a:ln>
        </p:spPr>
      </p:pic>
      <p:sp>
        <p:nvSpPr>
          <p:cNvPr id="224" name="Google Shape;224;p26"/>
          <p:cNvSpPr txBox="1"/>
          <p:nvPr/>
        </p:nvSpPr>
        <p:spPr>
          <a:xfrm>
            <a:off x="5437300" y="2018750"/>
            <a:ext cx="3993600" cy="6395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900">
                <a:solidFill>
                  <a:schemeClr val="dk1"/>
                </a:solidFill>
              </a:rPr>
              <a:t>🌱 Agronomists &amp; Agricultural Researchers</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Study relationships between environmental conditions and crop performance</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Analyze crop-season behavior</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Conduct further agricultural research</a:t>
            </a:r>
            <a:endParaRPr sz="1700">
              <a:solidFill>
                <a:schemeClr val="dk1"/>
              </a:solidFill>
            </a:endParaRPr>
          </a:p>
          <a:p>
            <a:pPr indent="0" lvl="0" marL="0" rtl="0" algn="l">
              <a:lnSpc>
                <a:spcPct val="115000"/>
              </a:lnSpc>
              <a:spcBef>
                <a:spcPts val="1400"/>
              </a:spcBef>
              <a:spcAft>
                <a:spcPts val="0"/>
              </a:spcAft>
              <a:buNone/>
            </a:pPr>
            <a:r>
              <a:rPr b="1" lang="en-US" sz="1900">
                <a:solidFill>
                  <a:schemeClr val="dk1"/>
                </a:solidFill>
              </a:rPr>
              <a:t>💼 Agribusiness &amp; Agricultural Consultants</a:t>
            </a:r>
            <a:endParaRPr b="1" sz="1900">
              <a:solidFill>
                <a:schemeClr val="dk1"/>
              </a:solidFill>
            </a:endParaRPr>
          </a:p>
          <a:p>
            <a:pPr indent="-336550" lvl="0" marL="457200" rtl="0" algn="l">
              <a:lnSpc>
                <a:spcPct val="115000"/>
              </a:lnSpc>
              <a:spcBef>
                <a:spcPts val="1200"/>
              </a:spcBef>
              <a:spcAft>
                <a:spcPts val="0"/>
              </a:spcAft>
              <a:buClr>
                <a:schemeClr val="dk1"/>
              </a:buClr>
              <a:buSzPts val="1700"/>
              <a:buChar char="●"/>
            </a:pPr>
            <a:r>
              <a:rPr lang="en-US" sz="1700">
                <a:solidFill>
                  <a:schemeClr val="dk1"/>
                </a:solidFill>
              </a:rPr>
              <a:t>Identify potentially profitable crop combinations</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lang="en-US" sz="1700">
                <a:solidFill>
                  <a:schemeClr val="dk1"/>
                </a:solidFill>
              </a:rPr>
              <a:t>Support farm investment and planning decisions</a:t>
            </a:r>
            <a:endParaRPr sz="17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22"/>
                                        </p:tgtEl>
                                        <p:attrNameLst>
                                          <p:attrName>style.visibility</p:attrName>
                                        </p:attrNameLst>
                                      </p:cBhvr>
                                      <p:to>
                                        <p:strVal val="visible"/>
                                      </p:to>
                                    </p:set>
                                    <p:anim calcmode="lin" valueType="num">
                                      <p:cBhvr additive="base">
                                        <p:cTn dur="500"/>
                                        <p:tgtEl>
                                          <p:spTgt spid="222"/>
                                        </p:tgtEl>
                                        <p:attrNameLst>
                                          <p:attrName>ppt_w</p:attrName>
                                        </p:attrNameLst>
                                      </p:cBhvr>
                                      <p:tavLst>
                                        <p:tav fmla="" tm="0">
                                          <p:val>
                                            <p:strVal val="0"/>
                                          </p:val>
                                        </p:tav>
                                        <p:tav fmla="" tm="100000">
                                          <p:val>
                                            <p:strVal val="#ppt_w"/>
                                          </p:val>
                                        </p:tav>
                                      </p:tavLst>
                                    </p:anim>
                                    <p:anim calcmode="lin" valueType="num">
                                      <p:cBhvr additive="base">
                                        <p:cTn dur="500"/>
                                        <p:tgtEl>
                                          <p:spTgt spid="22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0" st="0"/>
                                            </p:txEl>
                                          </p:spTgt>
                                        </p:tgtEl>
                                        <p:attrNameLst>
                                          <p:attrName>style.visibility</p:attrName>
                                        </p:attrNameLst>
                                      </p:cBhvr>
                                      <p:to>
                                        <p:strVal val="visible"/>
                                      </p:to>
                                    </p:set>
                                    <p:animEffect filter="fade" transition="in">
                                      <p:cBhvr>
                                        <p:cTn dur="1000"/>
                                        <p:tgtEl>
                                          <p:spTgt spid="22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1" st="1"/>
                                            </p:txEl>
                                          </p:spTgt>
                                        </p:tgtEl>
                                        <p:attrNameLst>
                                          <p:attrName>style.visibility</p:attrName>
                                        </p:attrNameLst>
                                      </p:cBhvr>
                                      <p:to>
                                        <p:strVal val="visible"/>
                                      </p:to>
                                    </p:set>
                                    <p:animEffect filter="fade" transition="in">
                                      <p:cBhvr>
                                        <p:cTn dur="1000"/>
                                        <p:tgtEl>
                                          <p:spTgt spid="22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2" st="2"/>
                                            </p:txEl>
                                          </p:spTgt>
                                        </p:tgtEl>
                                        <p:attrNameLst>
                                          <p:attrName>style.visibility</p:attrName>
                                        </p:attrNameLst>
                                      </p:cBhvr>
                                      <p:to>
                                        <p:strVal val="visible"/>
                                      </p:to>
                                    </p:set>
                                    <p:animEffect filter="fade" transition="in">
                                      <p:cBhvr>
                                        <p:cTn dur="1000"/>
                                        <p:tgtEl>
                                          <p:spTgt spid="22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3" st="3"/>
                                            </p:txEl>
                                          </p:spTgt>
                                        </p:tgtEl>
                                        <p:attrNameLst>
                                          <p:attrName>style.visibility</p:attrName>
                                        </p:attrNameLst>
                                      </p:cBhvr>
                                      <p:to>
                                        <p:strVal val="visible"/>
                                      </p:to>
                                    </p:set>
                                    <p:animEffect filter="fade" transition="in">
                                      <p:cBhvr>
                                        <p:cTn dur="1000"/>
                                        <p:tgtEl>
                                          <p:spTgt spid="22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4" st="4"/>
                                            </p:txEl>
                                          </p:spTgt>
                                        </p:tgtEl>
                                        <p:attrNameLst>
                                          <p:attrName>style.visibility</p:attrName>
                                        </p:attrNameLst>
                                      </p:cBhvr>
                                      <p:to>
                                        <p:strVal val="visible"/>
                                      </p:to>
                                    </p:set>
                                    <p:animEffect filter="fade" transition="in">
                                      <p:cBhvr>
                                        <p:cTn dur="1000"/>
                                        <p:tgtEl>
                                          <p:spTgt spid="22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5" st="5"/>
                                            </p:txEl>
                                          </p:spTgt>
                                        </p:tgtEl>
                                        <p:attrNameLst>
                                          <p:attrName>style.visibility</p:attrName>
                                        </p:attrNameLst>
                                      </p:cBhvr>
                                      <p:to>
                                        <p:strVal val="visible"/>
                                      </p:to>
                                    </p:set>
                                    <p:animEffect filter="fade" transition="in">
                                      <p:cBhvr>
                                        <p:cTn dur="1000"/>
                                        <p:tgtEl>
                                          <p:spTgt spid="22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6" st="6"/>
                                            </p:txEl>
                                          </p:spTgt>
                                        </p:tgtEl>
                                        <p:attrNameLst>
                                          <p:attrName>style.visibility</p:attrName>
                                        </p:attrNameLst>
                                      </p:cBhvr>
                                      <p:to>
                                        <p:strVal val="visible"/>
                                      </p:to>
                                    </p:set>
                                    <p:animEffect filter="fade" transition="in">
                                      <p:cBhvr>
                                        <p:cTn dur="1000"/>
                                        <p:tgtEl>
                                          <p:spTgt spid="22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7" st="7"/>
                                            </p:txEl>
                                          </p:spTgt>
                                        </p:tgtEl>
                                        <p:attrNameLst>
                                          <p:attrName>style.visibility</p:attrName>
                                        </p:attrNameLst>
                                      </p:cBhvr>
                                      <p:to>
                                        <p:strVal val="visible"/>
                                      </p:to>
                                    </p:set>
                                    <p:animEffect filter="fade" transition="in">
                                      <p:cBhvr>
                                        <p:cTn dur="1000"/>
                                        <p:tgtEl>
                                          <p:spTgt spid="22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1">
                                            <p:txEl>
                                              <p:pRg end="8" st="8"/>
                                            </p:txEl>
                                          </p:spTgt>
                                        </p:tgtEl>
                                        <p:attrNameLst>
                                          <p:attrName>style.visibility</p:attrName>
                                        </p:attrNameLst>
                                      </p:cBhvr>
                                      <p:to>
                                        <p:strVal val="visible"/>
                                      </p:to>
                                    </p:set>
                                    <p:animEffect filter="fade" transition="in">
                                      <p:cBhvr>
                                        <p:cTn dur="1000"/>
                                        <p:tgtEl>
                                          <p:spTgt spid="221">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9" name="Shape 229"/>
        <p:cNvGrpSpPr/>
        <p:nvPr/>
      </p:nvGrpSpPr>
      <p:grpSpPr>
        <a:xfrm>
          <a:off x="0" y="0"/>
          <a:ext cx="0" cy="0"/>
          <a:chOff x="0" y="0"/>
          <a:chExt cx="0" cy="0"/>
        </a:xfrm>
      </p:grpSpPr>
      <p:pic>
        <p:nvPicPr>
          <p:cNvPr id="230" name="Google Shape;230;p27"/>
          <p:cNvPicPr preferRelativeResize="0"/>
          <p:nvPr/>
        </p:nvPicPr>
        <p:blipFill rotWithShape="1">
          <a:blip r:embed="rId3">
            <a:alphaModFix/>
          </a:blip>
          <a:srcRect b="0" l="0" r="0" t="0"/>
          <a:stretch/>
        </p:blipFill>
        <p:spPr>
          <a:xfrm>
            <a:off x="467359" y="6410461"/>
            <a:ext cx="3706253" cy="296092"/>
          </a:xfrm>
          <a:prstGeom prst="rect">
            <a:avLst/>
          </a:prstGeom>
          <a:noFill/>
          <a:ln>
            <a:noFill/>
          </a:ln>
        </p:spPr>
      </p:pic>
      <p:pic>
        <p:nvPicPr>
          <p:cNvPr id="231" name="Google Shape;231;p27"/>
          <p:cNvPicPr preferRelativeResize="0"/>
          <p:nvPr/>
        </p:nvPicPr>
        <p:blipFill rotWithShape="1">
          <a:blip r:embed="rId4">
            <a:alphaModFix/>
          </a:blip>
          <a:srcRect b="0" l="0" r="0" t="0"/>
          <a:stretch/>
        </p:blipFill>
        <p:spPr>
          <a:xfrm flipH="1">
            <a:off x="50800" y="3820160"/>
            <a:ext cx="1727200" cy="3010024"/>
          </a:xfrm>
          <a:prstGeom prst="rect">
            <a:avLst/>
          </a:prstGeom>
          <a:noFill/>
          <a:ln>
            <a:noFill/>
          </a:ln>
        </p:spPr>
      </p:pic>
      <p:sp>
        <p:nvSpPr>
          <p:cNvPr id="232" name="Google Shape;232;p27"/>
          <p:cNvSpPr txBox="1"/>
          <p:nvPr>
            <p:ph idx="1" type="body"/>
          </p:nvPr>
        </p:nvSpPr>
        <p:spPr>
          <a:xfrm>
            <a:off x="1843475" y="1614600"/>
            <a:ext cx="9404400" cy="36786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None/>
            </a:pPr>
            <a:r>
              <a:rPr b="1" lang="en-US" sz="2100" u="sng">
                <a:solidFill>
                  <a:srgbClr val="000000"/>
                </a:solidFill>
                <a:latin typeface="Arial"/>
                <a:ea typeface="Arial"/>
                <a:cs typeface="Arial"/>
                <a:sym typeface="Arial"/>
              </a:rPr>
              <a:t>Technology	</a:t>
            </a:r>
            <a:r>
              <a:rPr b="1" lang="en-US" sz="2100">
                <a:solidFill>
                  <a:srgbClr val="000000"/>
                </a:solidFill>
                <a:latin typeface="Arial"/>
                <a:ea typeface="Arial"/>
                <a:cs typeface="Arial"/>
                <a:sym typeface="Arial"/>
              </a:rPr>
              <a:t>							</a:t>
            </a:r>
            <a:r>
              <a:rPr b="1" lang="en-US" sz="2100" u="sng">
                <a:solidFill>
                  <a:srgbClr val="000000"/>
                </a:solidFill>
                <a:latin typeface="Arial"/>
                <a:ea typeface="Arial"/>
                <a:cs typeface="Arial"/>
                <a:sym typeface="Arial"/>
              </a:rPr>
              <a:t>Purpose</a:t>
            </a:r>
            <a:endParaRPr b="1" sz="2100" u="sng">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US" sz="2100">
                <a:solidFill>
                  <a:srgbClr val="000000"/>
                </a:solidFill>
                <a:latin typeface="Arial"/>
                <a:ea typeface="Arial"/>
                <a:cs typeface="Arial"/>
                <a:sym typeface="Arial"/>
              </a:rPr>
              <a:t>Python					</a:t>
            </a:r>
            <a:r>
              <a:rPr lang="en-US" sz="2400">
                <a:solidFill>
                  <a:srgbClr val="000000"/>
                </a:solidFill>
                <a:latin typeface="Arial"/>
                <a:ea typeface="Arial"/>
                <a:cs typeface="Arial"/>
                <a:sym typeface="Arial"/>
              </a:rPr>
              <a:t>Data analysis and processing</a:t>
            </a:r>
            <a:endParaRPr sz="2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US" sz="2100">
                <a:solidFill>
                  <a:srgbClr val="000000"/>
                </a:solidFill>
                <a:latin typeface="Arial"/>
                <a:ea typeface="Arial"/>
                <a:cs typeface="Arial"/>
                <a:sym typeface="Arial"/>
              </a:rPr>
              <a:t>Pandas				</a:t>
            </a:r>
            <a:r>
              <a:rPr lang="en-US" sz="2400">
                <a:solidFill>
                  <a:srgbClr val="000000"/>
                </a:solidFill>
                <a:latin typeface="Arial"/>
                <a:ea typeface="Arial"/>
                <a:cs typeface="Arial"/>
                <a:sym typeface="Arial"/>
              </a:rPr>
              <a:t>Data cleaning, manipulation and aggregation</a:t>
            </a:r>
            <a:endParaRPr sz="2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US" sz="2100">
                <a:solidFill>
                  <a:srgbClr val="000000"/>
                </a:solidFill>
                <a:latin typeface="Arial"/>
                <a:ea typeface="Arial"/>
                <a:cs typeface="Arial"/>
                <a:sym typeface="Arial"/>
              </a:rPr>
              <a:t>NumPy				</a:t>
            </a:r>
            <a:r>
              <a:rPr lang="en-US" sz="2400">
                <a:solidFill>
                  <a:srgbClr val="000000"/>
                </a:solidFill>
                <a:latin typeface="Arial"/>
                <a:ea typeface="Arial"/>
                <a:cs typeface="Arial"/>
                <a:sym typeface="Arial"/>
              </a:rPr>
              <a:t>Numerical computations</a:t>
            </a:r>
            <a:endParaRPr sz="2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US" sz="2100">
                <a:solidFill>
                  <a:srgbClr val="000000"/>
                </a:solidFill>
                <a:latin typeface="Arial"/>
                <a:ea typeface="Arial"/>
                <a:cs typeface="Arial"/>
                <a:sym typeface="Arial"/>
              </a:rPr>
              <a:t>Matplotlib				</a:t>
            </a:r>
            <a:r>
              <a:rPr lang="en-US" sz="2400">
                <a:solidFill>
                  <a:srgbClr val="000000"/>
                </a:solidFill>
                <a:latin typeface="Arial"/>
                <a:ea typeface="Arial"/>
                <a:cs typeface="Arial"/>
                <a:sym typeface="Arial"/>
              </a:rPr>
              <a:t>Data visualization</a:t>
            </a:r>
            <a:endParaRPr sz="2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US" sz="2100">
                <a:solidFill>
                  <a:srgbClr val="000000"/>
                </a:solidFill>
                <a:latin typeface="Arial"/>
                <a:ea typeface="Arial"/>
                <a:cs typeface="Arial"/>
                <a:sym typeface="Arial"/>
              </a:rPr>
              <a:t>Seaborn				</a:t>
            </a:r>
            <a:r>
              <a:rPr lang="en-US" sz="2400">
                <a:solidFill>
                  <a:srgbClr val="000000"/>
                </a:solidFill>
                <a:latin typeface="Arial"/>
                <a:ea typeface="Arial"/>
                <a:cs typeface="Arial"/>
                <a:sym typeface="Arial"/>
              </a:rPr>
              <a:t>Statistical visualizations and heatmaps</a:t>
            </a:r>
            <a:endParaRPr sz="2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US" sz="2100">
                <a:solidFill>
                  <a:srgbClr val="000000"/>
                </a:solidFill>
                <a:latin typeface="Arial"/>
                <a:ea typeface="Arial"/>
                <a:cs typeface="Arial"/>
                <a:sym typeface="Arial"/>
              </a:rPr>
              <a:t>SciPy					</a:t>
            </a:r>
            <a:r>
              <a:rPr lang="en-US" sz="2400">
                <a:solidFill>
                  <a:srgbClr val="000000"/>
                </a:solidFill>
                <a:latin typeface="Arial"/>
                <a:ea typeface="Arial"/>
                <a:cs typeface="Arial"/>
                <a:sym typeface="Arial"/>
              </a:rPr>
              <a:t>Statistical tests</a:t>
            </a:r>
            <a:endParaRPr sz="2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US" sz="2100">
                <a:solidFill>
                  <a:srgbClr val="000000"/>
                </a:solidFill>
                <a:latin typeface="Arial"/>
                <a:ea typeface="Arial"/>
                <a:cs typeface="Arial"/>
                <a:sym typeface="Arial"/>
              </a:rPr>
              <a:t>Statsmodels			</a:t>
            </a:r>
            <a:r>
              <a:rPr lang="en-US" sz="2400">
                <a:solidFill>
                  <a:srgbClr val="000000"/>
                </a:solidFill>
                <a:latin typeface="Arial"/>
                <a:ea typeface="Arial"/>
                <a:cs typeface="Arial"/>
                <a:sym typeface="Arial"/>
              </a:rPr>
              <a:t>ANOVA and Tukey HSD analysis</a:t>
            </a:r>
            <a:endParaRPr sz="2400">
              <a:solidFill>
                <a:srgbClr val="000000"/>
              </a:solidFill>
              <a:latin typeface="Arial"/>
              <a:ea typeface="Arial"/>
              <a:cs typeface="Arial"/>
              <a:sym typeface="Arial"/>
            </a:endParaRPr>
          </a:p>
          <a:p>
            <a:pPr indent="0" lvl="0" marL="0" rtl="0" algn="l">
              <a:lnSpc>
                <a:spcPct val="100000"/>
              </a:lnSpc>
              <a:spcBef>
                <a:spcPts val="0"/>
              </a:spcBef>
              <a:spcAft>
                <a:spcPts val="0"/>
              </a:spcAft>
              <a:buNone/>
            </a:pPr>
            <a:r>
              <a:rPr b="1" lang="en-US" sz="2100">
                <a:solidFill>
                  <a:srgbClr val="000000"/>
                </a:solidFill>
                <a:latin typeface="Arial"/>
                <a:ea typeface="Arial"/>
                <a:cs typeface="Arial"/>
                <a:sym typeface="Arial"/>
              </a:rPr>
              <a:t>Jupyter Notebook		</a:t>
            </a:r>
            <a:r>
              <a:rPr lang="en-US" sz="2400">
                <a:solidFill>
                  <a:srgbClr val="000000"/>
                </a:solidFill>
                <a:latin typeface="Arial"/>
                <a:ea typeface="Arial"/>
                <a:cs typeface="Arial"/>
                <a:sym typeface="Arial"/>
              </a:rPr>
              <a:t>Development and analysis environment</a:t>
            </a:r>
            <a:endParaRPr sz="2400">
              <a:solidFill>
                <a:srgbClr val="000000"/>
              </a:solidFill>
              <a:latin typeface="Arial"/>
              <a:ea typeface="Arial"/>
              <a:cs typeface="Arial"/>
              <a:sym typeface="Arial"/>
            </a:endParaRPr>
          </a:p>
          <a:p>
            <a:pPr indent="-184150" lvl="1" marL="742950" rtl="0" algn="l">
              <a:lnSpc>
                <a:spcPct val="150000"/>
              </a:lnSpc>
              <a:spcBef>
                <a:spcPts val="0"/>
              </a:spcBef>
              <a:spcAft>
                <a:spcPts val="0"/>
              </a:spcAft>
              <a:buSzPts val="1600"/>
              <a:buNone/>
            </a:pPr>
            <a:r>
              <a:t/>
            </a:r>
            <a:endParaRPr sz="3000"/>
          </a:p>
        </p:txBody>
      </p:sp>
      <p:sp>
        <p:nvSpPr>
          <p:cNvPr id="233" name="Google Shape;233;p27"/>
          <p:cNvSpPr txBox="1"/>
          <p:nvPr>
            <p:ph type="title"/>
          </p:nvPr>
        </p:nvSpPr>
        <p:spPr>
          <a:xfrm>
            <a:off x="660399" y="430567"/>
            <a:ext cx="5306291" cy="84781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Technology Used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3"/>
                                        </p:tgtEl>
                                        <p:attrNameLst>
                                          <p:attrName>style.visibility</p:attrName>
                                        </p:attrNameLst>
                                      </p:cBhvr>
                                      <p:to>
                                        <p:strVal val="visible"/>
                                      </p:to>
                                    </p:set>
                                    <p:anim calcmode="lin" valueType="num">
                                      <p:cBhvr additive="base">
                                        <p:cTn dur="500"/>
                                        <p:tgtEl>
                                          <p:spTgt spid="233"/>
                                        </p:tgtEl>
                                        <p:attrNameLst>
                                          <p:attrName>ppt_w</p:attrName>
                                        </p:attrNameLst>
                                      </p:cBhvr>
                                      <p:tavLst>
                                        <p:tav fmla="" tm="0">
                                          <p:val>
                                            <p:strVal val="0"/>
                                          </p:val>
                                        </p:tav>
                                        <p:tav fmla="" tm="100000">
                                          <p:val>
                                            <p:strVal val="#ppt_w"/>
                                          </p:val>
                                        </p:tav>
                                      </p:tavLst>
                                    </p:anim>
                                    <p:anim calcmode="lin" valueType="num">
                                      <p:cBhvr additive="base">
                                        <p:cTn dur="500"/>
                                        <p:tgtEl>
                                          <p:spTgt spid="23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0" st="0"/>
                                            </p:txEl>
                                          </p:spTgt>
                                        </p:tgtEl>
                                        <p:attrNameLst>
                                          <p:attrName>style.visibility</p:attrName>
                                        </p:attrNameLst>
                                      </p:cBhvr>
                                      <p:to>
                                        <p:strVal val="visible"/>
                                      </p:to>
                                    </p:set>
                                    <p:animEffect filter="fade" transition="in">
                                      <p:cBhvr>
                                        <p:cTn dur="1000"/>
                                        <p:tgtEl>
                                          <p:spTgt spid="23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1" st="1"/>
                                            </p:txEl>
                                          </p:spTgt>
                                        </p:tgtEl>
                                        <p:attrNameLst>
                                          <p:attrName>style.visibility</p:attrName>
                                        </p:attrNameLst>
                                      </p:cBhvr>
                                      <p:to>
                                        <p:strVal val="visible"/>
                                      </p:to>
                                    </p:set>
                                    <p:animEffect filter="fade" transition="in">
                                      <p:cBhvr>
                                        <p:cTn dur="1000"/>
                                        <p:tgtEl>
                                          <p:spTgt spid="23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2" st="2"/>
                                            </p:txEl>
                                          </p:spTgt>
                                        </p:tgtEl>
                                        <p:attrNameLst>
                                          <p:attrName>style.visibility</p:attrName>
                                        </p:attrNameLst>
                                      </p:cBhvr>
                                      <p:to>
                                        <p:strVal val="visible"/>
                                      </p:to>
                                    </p:set>
                                    <p:animEffect filter="fade" transition="in">
                                      <p:cBhvr>
                                        <p:cTn dur="1000"/>
                                        <p:tgtEl>
                                          <p:spTgt spid="23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3" st="3"/>
                                            </p:txEl>
                                          </p:spTgt>
                                        </p:tgtEl>
                                        <p:attrNameLst>
                                          <p:attrName>style.visibility</p:attrName>
                                        </p:attrNameLst>
                                      </p:cBhvr>
                                      <p:to>
                                        <p:strVal val="visible"/>
                                      </p:to>
                                    </p:set>
                                    <p:animEffect filter="fade" transition="in">
                                      <p:cBhvr>
                                        <p:cTn dur="1000"/>
                                        <p:tgtEl>
                                          <p:spTgt spid="23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4" st="4"/>
                                            </p:txEl>
                                          </p:spTgt>
                                        </p:tgtEl>
                                        <p:attrNameLst>
                                          <p:attrName>style.visibility</p:attrName>
                                        </p:attrNameLst>
                                      </p:cBhvr>
                                      <p:to>
                                        <p:strVal val="visible"/>
                                      </p:to>
                                    </p:set>
                                    <p:animEffect filter="fade" transition="in">
                                      <p:cBhvr>
                                        <p:cTn dur="1000"/>
                                        <p:tgtEl>
                                          <p:spTgt spid="23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5" st="5"/>
                                            </p:txEl>
                                          </p:spTgt>
                                        </p:tgtEl>
                                        <p:attrNameLst>
                                          <p:attrName>style.visibility</p:attrName>
                                        </p:attrNameLst>
                                      </p:cBhvr>
                                      <p:to>
                                        <p:strVal val="visible"/>
                                      </p:to>
                                    </p:set>
                                    <p:animEffect filter="fade" transition="in">
                                      <p:cBhvr>
                                        <p:cTn dur="1000"/>
                                        <p:tgtEl>
                                          <p:spTgt spid="23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6" st="6"/>
                                            </p:txEl>
                                          </p:spTgt>
                                        </p:tgtEl>
                                        <p:attrNameLst>
                                          <p:attrName>style.visibility</p:attrName>
                                        </p:attrNameLst>
                                      </p:cBhvr>
                                      <p:to>
                                        <p:strVal val="visible"/>
                                      </p:to>
                                    </p:set>
                                    <p:animEffect filter="fade" transition="in">
                                      <p:cBhvr>
                                        <p:cTn dur="1000"/>
                                        <p:tgtEl>
                                          <p:spTgt spid="23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7" st="7"/>
                                            </p:txEl>
                                          </p:spTgt>
                                        </p:tgtEl>
                                        <p:attrNameLst>
                                          <p:attrName>style.visibility</p:attrName>
                                        </p:attrNameLst>
                                      </p:cBhvr>
                                      <p:to>
                                        <p:strVal val="visible"/>
                                      </p:to>
                                    </p:set>
                                    <p:animEffect filter="fade" transition="in">
                                      <p:cBhvr>
                                        <p:cTn dur="1000"/>
                                        <p:tgtEl>
                                          <p:spTgt spid="23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8" st="8"/>
                                            </p:txEl>
                                          </p:spTgt>
                                        </p:tgtEl>
                                        <p:attrNameLst>
                                          <p:attrName>style.visibility</p:attrName>
                                        </p:attrNameLst>
                                      </p:cBhvr>
                                      <p:to>
                                        <p:strVal val="visible"/>
                                      </p:to>
                                    </p:set>
                                    <p:animEffect filter="fade" transition="in">
                                      <p:cBhvr>
                                        <p:cTn dur="1000"/>
                                        <p:tgtEl>
                                          <p:spTgt spid="23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2">
                                            <p:txEl>
                                              <p:pRg end="9" st="9"/>
                                            </p:txEl>
                                          </p:spTgt>
                                        </p:tgtEl>
                                        <p:attrNameLst>
                                          <p:attrName>style.visibility</p:attrName>
                                        </p:attrNameLst>
                                      </p:cBhvr>
                                      <p:to>
                                        <p:strVal val="visible"/>
                                      </p:to>
                                    </p:set>
                                    <p:animEffect filter="fade" transition="in">
                                      <p:cBhvr>
                                        <p:cTn dur="1000"/>
                                        <p:tgtEl>
                                          <p:spTgt spid="232">
                                            <p:txEl>
                                              <p:pRg end="9" st="9"/>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28"/>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39" name="Google Shape;239;p28"/>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40" name="Google Shape;240;p28"/>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41" name="Google Shape;241;p28"/>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42" name="Google Shape;242;p28"/>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43" name="Google Shape;243;p28"/>
          <p:cNvPicPr preferRelativeResize="0"/>
          <p:nvPr/>
        </p:nvPicPr>
        <p:blipFill>
          <a:blip r:embed="rId4">
            <a:alphaModFix/>
          </a:blip>
          <a:stretch>
            <a:fillRect/>
          </a:stretch>
        </p:blipFill>
        <p:spPr>
          <a:xfrm>
            <a:off x="476872" y="1275375"/>
            <a:ext cx="8489128" cy="55706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39"/>
                                        </p:tgtEl>
                                        <p:attrNameLst>
                                          <p:attrName>style.visibility</p:attrName>
                                        </p:attrNameLst>
                                      </p:cBhvr>
                                      <p:to>
                                        <p:strVal val="visible"/>
                                      </p:to>
                                    </p:set>
                                    <p:anim calcmode="lin" valueType="num">
                                      <p:cBhvr additive="base">
                                        <p:cTn dur="500"/>
                                        <p:tgtEl>
                                          <p:spTgt spid="239"/>
                                        </p:tgtEl>
                                        <p:attrNameLst>
                                          <p:attrName>ppt_w</p:attrName>
                                        </p:attrNameLst>
                                      </p:cBhvr>
                                      <p:tavLst>
                                        <p:tav fmla="" tm="0">
                                          <p:val>
                                            <p:strVal val="0"/>
                                          </p:val>
                                        </p:tav>
                                        <p:tav fmla="" tm="100000">
                                          <p:val>
                                            <p:strVal val="#ppt_w"/>
                                          </p:val>
                                        </p:tav>
                                      </p:tavLst>
                                    </p:anim>
                                    <p:anim calcmode="lin" valueType="num">
                                      <p:cBhvr additive="base">
                                        <p:cTn dur="500"/>
                                        <p:tgtEl>
                                          <p:spTgt spid="23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0"/>
                                        </p:tgtEl>
                                        <p:attrNameLst>
                                          <p:attrName>style.visibility</p:attrName>
                                        </p:attrNameLst>
                                      </p:cBhvr>
                                      <p:to>
                                        <p:strVal val="visible"/>
                                      </p:to>
                                    </p:set>
                                    <p:animEffect filter="fade" transition="in">
                                      <p:cBhvr>
                                        <p:cTn dur="1000"/>
                                        <p:tgtEl>
                                          <p:spTgt spid="2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1"/>
                                        </p:tgtEl>
                                        <p:attrNameLst>
                                          <p:attrName>style.visibility</p:attrName>
                                        </p:attrNameLst>
                                      </p:cBhvr>
                                      <p:to>
                                        <p:strVal val="visible"/>
                                      </p:to>
                                    </p:set>
                                    <p:animEffect filter="fade" transition="in">
                                      <p:cBhvr>
                                        <p:cTn dur="1000"/>
                                        <p:tgtEl>
                                          <p:spTgt spid="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xEl>
                                              <p:pRg end="0" st="0"/>
                                            </p:txEl>
                                          </p:spTgt>
                                        </p:tgtEl>
                                        <p:attrNameLst>
                                          <p:attrName>style.visibility</p:attrName>
                                        </p:attrNameLst>
                                      </p:cBhvr>
                                      <p:to>
                                        <p:strVal val="visible"/>
                                      </p:to>
                                    </p:set>
                                    <p:animEffect filter="fade" transition="in">
                                      <p:cBhvr>
                                        <p:cTn dur="1000"/>
                                        <p:tgtEl>
                                          <p:spTgt spid="24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29"/>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49" name="Google Shape;249;p29"/>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50" name="Google Shape;250;p29"/>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1" name="Google Shape;251;p29"/>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52" name="Google Shape;252;p29"/>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53" name="Google Shape;253;p29"/>
          <p:cNvPicPr preferRelativeResize="0"/>
          <p:nvPr/>
        </p:nvPicPr>
        <p:blipFill>
          <a:blip r:embed="rId4">
            <a:alphaModFix/>
          </a:blip>
          <a:stretch>
            <a:fillRect/>
          </a:stretch>
        </p:blipFill>
        <p:spPr>
          <a:xfrm>
            <a:off x="647690" y="1275375"/>
            <a:ext cx="7188584" cy="55312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49"/>
                                        </p:tgtEl>
                                        <p:attrNameLst>
                                          <p:attrName>style.visibility</p:attrName>
                                        </p:attrNameLst>
                                      </p:cBhvr>
                                      <p:to>
                                        <p:strVal val="visible"/>
                                      </p:to>
                                    </p:set>
                                    <p:anim calcmode="lin" valueType="num">
                                      <p:cBhvr additive="base">
                                        <p:cTn dur="500"/>
                                        <p:tgtEl>
                                          <p:spTgt spid="249"/>
                                        </p:tgtEl>
                                        <p:attrNameLst>
                                          <p:attrName>ppt_w</p:attrName>
                                        </p:attrNameLst>
                                      </p:cBhvr>
                                      <p:tavLst>
                                        <p:tav fmla="" tm="0">
                                          <p:val>
                                            <p:strVal val="0"/>
                                          </p:val>
                                        </p:tav>
                                        <p:tav fmla="" tm="100000">
                                          <p:val>
                                            <p:strVal val="#ppt_w"/>
                                          </p:val>
                                        </p:tav>
                                      </p:tavLst>
                                    </p:anim>
                                    <p:anim calcmode="lin" valueType="num">
                                      <p:cBhvr additive="base">
                                        <p:cTn dur="500"/>
                                        <p:tgtEl>
                                          <p:spTgt spid="24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0"/>
                                        </p:tgtEl>
                                        <p:attrNameLst>
                                          <p:attrName>style.visibility</p:attrName>
                                        </p:attrNameLst>
                                      </p:cBhvr>
                                      <p:to>
                                        <p:strVal val="visible"/>
                                      </p:to>
                                    </p:set>
                                    <p:animEffect filter="fade" transition="in">
                                      <p:cBhvr>
                                        <p:cTn dur="1000"/>
                                        <p:tgtEl>
                                          <p:spTgt spid="2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1"/>
                                        </p:tgtEl>
                                        <p:attrNameLst>
                                          <p:attrName>style.visibility</p:attrName>
                                        </p:attrNameLst>
                                      </p:cBhvr>
                                      <p:to>
                                        <p:strVal val="visible"/>
                                      </p:to>
                                    </p:set>
                                    <p:animEffect filter="fade" transition="in">
                                      <p:cBhvr>
                                        <p:cTn dur="1000"/>
                                        <p:tgtEl>
                                          <p:spTgt spid="2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xEl>
                                              <p:pRg end="0" st="0"/>
                                            </p:txEl>
                                          </p:spTgt>
                                        </p:tgtEl>
                                        <p:attrNameLst>
                                          <p:attrName>style.visibility</p:attrName>
                                        </p:attrNameLst>
                                      </p:cBhvr>
                                      <p:to>
                                        <p:strVal val="visible"/>
                                      </p:to>
                                    </p:set>
                                    <p:animEffect filter="fade" transition="in">
                                      <p:cBhvr>
                                        <p:cTn dur="1000"/>
                                        <p:tgtEl>
                                          <p:spTgt spid="25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0"/>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59" name="Google Shape;259;p30"/>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60" name="Google Shape;260;p30"/>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1" name="Google Shape;261;p30"/>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62" name="Google Shape;262;p30"/>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63" name="Google Shape;263;p30"/>
          <p:cNvPicPr preferRelativeResize="0"/>
          <p:nvPr/>
        </p:nvPicPr>
        <p:blipFill>
          <a:blip r:embed="rId4">
            <a:alphaModFix/>
          </a:blip>
          <a:stretch>
            <a:fillRect/>
          </a:stretch>
        </p:blipFill>
        <p:spPr>
          <a:xfrm>
            <a:off x="5925875" y="1431700"/>
            <a:ext cx="6251500" cy="3933725"/>
          </a:xfrm>
          <a:prstGeom prst="rect">
            <a:avLst/>
          </a:prstGeom>
          <a:noFill/>
          <a:ln>
            <a:noFill/>
          </a:ln>
        </p:spPr>
      </p:pic>
      <p:pic>
        <p:nvPicPr>
          <p:cNvPr id="264" name="Google Shape;264;p30"/>
          <p:cNvPicPr preferRelativeResize="0"/>
          <p:nvPr/>
        </p:nvPicPr>
        <p:blipFill>
          <a:blip r:embed="rId5">
            <a:alphaModFix/>
          </a:blip>
          <a:stretch>
            <a:fillRect/>
          </a:stretch>
        </p:blipFill>
        <p:spPr>
          <a:xfrm>
            <a:off x="89950" y="1431700"/>
            <a:ext cx="5835926" cy="361490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59"/>
                                        </p:tgtEl>
                                        <p:attrNameLst>
                                          <p:attrName>style.visibility</p:attrName>
                                        </p:attrNameLst>
                                      </p:cBhvr>
                                      <p:to>
                                        <p:strVal val="visible"/>
                                      </p:to>
                                    </p:set>
                                    <p:anim calcmode="lin" valueType="num">
                                      <p:cBhvr additive="base">
                                        <p:cTn dur="500"/>
                                        <p:tgtEl>
                                          <p:spTgt spid="259"/>
                                        </p:tgtEl>
                                        <p:attrNameLst>
                                          <p:attrName>ppt_w</p:attrName>
                                        </p:attrNameLst>
                                      </p:cBhvr>
                                      <p:tavLst>
                                        <p:tav fmla="" tm="0">
                                          <p:val>
                                            <p:strVal val="0"/>
                                          </p:val>
                                        </p:tav>
                                        <p:tav fmla="" tm="100000">
                                          <p:val>
                                            <p:strVal val="#ppt_w"/>
                                          </p:val>
                                        </p:tav>
                                      </p:tavLst>
                                    </p:anim>
                                    <p:anim calcmode="lin" valueType="num">
                                      <p:cBhvr additive="base">
                                        <p:cTn dur="500"/>
                                        <p:tgtEl>
                                          <p:spTgt spid="259"/>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0"/>
                                        </p:tgtEl>
                                        <p:attrNameLst>
                                          <p:attrName>style.visibility</p:attrName>
                                        </p:attrNameLst>
                                      </p:cBhvr>
                                      <p:to>
                                        <p:strVal val="visible"/>
                                      </p:to>
                                    </p:set>
                                    <p:animEffect filter="fade" transition="in">
                                      <p:cBhvr>
                                        <p:cTn dur="1000"/>
                                        <p:tgtEl>
                                          <p:spTgt spid="2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1"/>
                                        </p:tgtEl>
                                        <p:attrNameLst>
                                          <p:attrName>style.visibility</p:attrName>
                                        </p:attrNameLst>
                                      </p:cBhvr>
                                      <p:to>
                                        <p:strVal val="visible"/>
                                      </p:to>
                                    </p:set>
                                    <p:animEffect filter="fade" transition="in">
                                      <p:cBhvr>
                                        <p:cTn dur="1000"/>
                                        <p:tgtEl>
                                          <p:spTgt spid="2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xEl>
                                              <p:pRg end="0" st="0"/>
                                            </p:txEl>
                                          </p:spTgt>
                                        </p:tgtEl>
                                        <p:attrNameLst>
                                          <p:attrName>style.visibility</p:attrName>
                                        </p:attrNameLst>
                                      </p:cBhvr>
                                      <p:to>
                                        <p:strVal val="visible"/>
                                      </p:to>
                                    </p:set>
                                    <p:animEffect filter="fade" transition="in">
                                      <p:cBhvr>
                                        <p:cTn dur="1000"/>
                                        <p:tgtEl>
                                          <p:spTgt spid="262">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id="269" name="Google Shape;269;p31"/>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70" name="Google Shape;270;p31"/>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71" name="Google Shape;271;p31"/>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2" name="Google Shape;272;p31"/>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73" name="Google Shape;273;p31"/>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a:t>
            </a:r>
            <a:endParaRPr/>
          </a:p>
        </p:txBody>
      </p:sp>
      <p:pic>
        <p:nvPicPr>
          <p:cNvPr id="274" name="Google Shape;274;p31"/>
          <p:cNvPicPr preferRelativeResize="0"/>
          <p:nvPr/>
        </p:nvPicPr>
        <p:blipFill>
          <a:blip r:embed="rId4">
            <a:alphaModFix/>
          </a:blip>
          <a:stretch>
            <a:fillRect/>
          </a:stretch>
        </p:blipFill>
        <p:spPr>
          <a:xfrm>
            <a:off x="4154430" y="1431700"/>
            <a:ext cx="3333750" cy="5495925"/>
          </a:xfrm>
          <a:prstGeom prst="rect">
            <a:avLst/>
          </a:prstGeom>
          <a:noFill/>
          <a:ln>
            <a:noFill/>
          </a:ln>
        </p:spPr>
      </p:pic>
      <p:pic>
        <p:nvPicPr>
          <p:cNvPr id="275" name="Google Shape;275;p31"/>
          <p:cNvPicPr preferRelativeResize="0"/>
          <p:nvPr/>
        </p:nvPicPr>
        <p:blipFill>
          <a:blip r:embed="rId5">
            <a:alphaModFix/>
          </a:blip>
          <a:stretch>
            <a:fillRect/>
          </a:stretch>
        </p:blipFill>
        <p:spPr>
          <a:xfrm>
            <a:off x="835611" y="1431700"/>
            <a:ext cx="2828940" cy="5495925"/>
          </a:xfrm>
          <a:prstGeom prst="rect">
            <a:avLst/>
          </a:prstGeom>
          <a:noFill/>
          <a:ln>
            <a:noFill/>
          </a:ln>
        </p:spPr>
      </p:pic>
      <p:pic>
        <p:nvPicPr>
          <p:cNvPr id="276" name="Google Shape;276;p31"/>
          <p:cNvPicPr preferRelativeResize="0"/>
          <p:nvPr/>
        </p:nvPicPr>
        <p:blipFill>
          <a:blip r:embed="rId6">
            <a:alphaModFix/>
          </a:blip>
          <a:stretch>
            <a:fillRect/>
          </a:stretch>
        </p:blipFill>
        <p:spPr>
          <a:xfrm>
            <a:off x="8120625" y="1369000"/>
            <a:ext cx="3411576" cy="549592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70"/>
                                        </p:tgtEl>
                                        <p:attrNameLst>
                                          <p:attrName>style.visibility</p:attrName>
                                        </p:attrNameLst>
                                      </p:cBhvr>
                                      <p:to>
                                        <p:strVal val="visible"/>
                                      </p:to>
                                    </p:set>
                                    <p:anim calcmode="lin" valueType="num">
                                      <p:cBhvr additive="base">
                                        <p:cTn dur="500"/>
                                        <p:tgtEl>
                                          <p:spTgt spid="270"/>
                                        </p:tgtEl>
                                        <p:attrNameLst>
                                          <p:attrName>ppt_w</p:attrName>
                                        </p:attrNameLst>
                                      </p:cBhvr>
                                      <p:tavLst>
                                        <p:tav fmla="" tm="0">
                                          <p:val>
                                            <p:strVal val="0"/>
                                          </p:val>
                                        </p:tav>
                                        <p:tav fmla="" tm="100000">
                                          <p:val>
                                            <p:strVal val="#ppt_w"/>
                                          </p:val>
                                        </p:tav>
                                      </p:tavLst>
                                    </p:anim>
                                    <p:anim calcmode="lin" valueType="num">
                                      <p:cBhvr additive="base">
                                        <p:cTn dur="500"/>
                                        <p:tgtEl>
                                          <p:spTgt spid="270"/>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xEl>
                                              <p:pRg end="0" st="0"/>
                                            </p:txEl>
                                          </p:spTgt>
                                        </p:tgtEl>
                                        <p:attrNameLst>
                                          <p:attrName>style.visibility</p:attrName>
                                        </p:attrNameLst>
                                      </p:cBhvr>
                                      <p:to>
                                        <p:strVal val="visible"/>
                                      </p:to>
                                    </p:set>
                                    <p:animEffect filter="fade" transition="in">
                                      <p:cBhvr>
                                        <p:cTn dur="1000"/>
                                        <p:tgtEl>
                                          <p:spTgt spid="273">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id="281" name="Google Shape;281;p32"/>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82" name="Google Shape;282;p32"/>
          <p:cNvSpPr txBox="1"/>
          <p:nvPr>
            <p:ph type="title"/>
          </p:nvPr>
        </p:nvSpPr>
        <p:spPr>
          <a:xfrm>
            <a:off x="675957" y="370589"/>
            <a:ext cx="2981643"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800"/>
              <a:buFont typeface="Trebuchet MS"/>
              <a:buNone/>
            </a:pPr>
            <a:r>
              <a:rPr lang="en-US"/>
              <a:t>RESULTS </a:t>
            </a:r>
            <a:endParaRPr/>
          </a:p>
        </p:txBody>
      </p:sp>
      <p:sp>
        <p:nvSpPr>
          <p:cNvPr id="283" name="Google Shape;283;p32"/>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4" name="Google Shape;284;p32"/>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285" name="Google Shape;285;p32"/>
          <p:cNvSpPr txBox="1"/>
          <p:nvPr>
            <p:ph idx="1" type="body"/>
          </p:nvPr>
        </p:nvSpPr>
        <p:spPr>
          <a:xfrm>
            <a:off x="807164" y="1431693"/>
            <a:ext cx="4275138" cy="47752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600"/>
              <a:buNone/>
            </a:pPr>
            <a:r>
              <a:rPr lang="en-US"/>
              <a:t>[Add screen shots of your code ]</a:t>
            </a:r>
            <a:endParaRPr/>
          </a:p>
        </p:txBody>
      </p:sp>
      <p:pic>
        <p:nvPicPr>
          <p:cNvPr id="286" name="Google Shape;286;p32"/>
          <p:cNvPicPr preferRelativeResize="0"/>
          <p:nvPr/>
        </p:nvPicPr>
        <p:blipFill>
          <a:blip r:embed="rId4">
            <a:alphaModFix/>
          </a:blip>
          <a:stretch>
            <a:fillRect/>
          </a:stretch>
        </p:blipFill>
        <p:spPr>
          <a:xfrm>
            <a:off x="-100026" y="1275375"/>
            <a:ext cx="6609651" cy="5574399"/>
          </a:xfrm>
          <a:prstGeom prst="rect">
            <a:avLst/>
          </a:prstGeom>
          <a:noFill/>
          <a:ln>
            <a:noFill/>
          </a:ln>
        </p:spPr>
      </p:pic>
      <p:pic>
        <p:nvPicPr>
          <p:cNvPr id="287" name="Google Shape;287;p32"/>
          <p:cNvPicPr preferRelativeResize="0"/>
          <p:nvPr/>
        </p:nvPicPr>
        <p:blipFill>
          <a:blip r:embed="rId5">
            <a:alphaModFix/>
          </a:blip>
          <a:stretch>
            <a:fillRect/>
          </a:stretch>
        </p:blipFill>
        <p:spPr>
          <a:xfrm>
            <a:off x="7106125" y="592953"/>
            <a:ext cx="4438175" cy="62650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82"/>
                                        </p:tgtEl>
                                        <p:attrNameLst>
                                          <p:attrName>style.visibility</p:attrName>
                                        </p:attrNameLst>
                                      </p:cBhvr>
                                      <p:to>
                                        <p:strVal val="visible"/>
                                      </p:to>
                                    </p:set>
                                    <p:anim calcmode="lin" valueType="num">
                                      <p:cBhvr additive="base">
                                        <p:cTn dur="500"/>
                                        <p:tgtEl>
                                          <p:spTgt spid="282"/>
                                        </p:tgtEl>
                                        <p:attrNameLst>
                                          <p:attrName>ppt_w</p:attrName>
                                        </p:attrNameLst>
                                      </p:cBhvr>
                                      <p:tavLst>
                                        <p:tav fmla="" tm="0">
                                          <p:val>
                                            <p:strVal val="0"/>
                                          </p:val>
                                        </p:tav>
                                        <p:tav fmla="" tm="100000">
                                          <p:val>
                                            <p:strVal val="#ppt_w"/>
                                          </p:val>
                                        </p:tav>
                                      </p:tavLst>
                                    </p:anim>
                                    <p:anim calcmode="lin" valueType="num">
                                      <p:cBhvr additive="base">
                                        <p:cTn dur="500"/>
                                        <p:tgtEl>
                                          <p:spTgt spid="282"/>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10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4"/>
                                        </p:tgtEl>
                                        <p:attrNameLst>
                                          <p:attrName>style.visibility</p:attrName>
                                        </p:attrNameLst>
                                      </p:cBhvr>
                                      <p:to>
                                        <p:strVal val="visible"/>
                                      </p:to>
                                    </p:set>
                                    <p:animEffect filter="fade" transition="in">
                                      <p:cBhvr>
                                        <p:cTn dur="1000"/>
                                        <p:tgtEl>
                                          <p:spTgt spid="2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5">
                                            <p:txEl>
                                              <p:pRg end="0" st="0"/>
                                            </p:txEl>
                                          </p:spTgt>
                                        </p:tgtEl>
                                        <p:attrNameLst>
                                          <p:attrName>style.visibility</p:attrName>
                                        </p:attrNameLst>
                                      </p:cBhvr>
                                      <p:to>
                                        <p:strVal val="visible"/>
                                      </p:to>
                                    </p:set>
                                    <p:animEffect filter="fade" transition="in">
                                      <p:cBhvr>
                                        <p:cTn dur="1000"/>
                                        <p:tgtEl>
                                          <p:spTgt spid="285">
                                            <p:txEl>
                                              <p:pRg end="0" st="0"/>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pic>
        <p:nvPicPr>
          <p:cNvPr id="292" name="Google Shape;292;p33"/>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293" name="Google Shape;293;p33"/>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Future scope</a:t>
            </a:r>
            <a:endParaRPr/>
          </a:p>
        </p:txBody>
      </p:sp>
      <p:sp>
        <p:nvSpPr>
          <p:cNvPr id="294" name="Google Shape;294;p33"/>
          <p:cNvSpPr txBox="1"/>
          <p:nvPr/>
        </p:nvSpPr>
        <p:spPr>
          <a:xfrm>
            <a:off x="320960" y="1275403"/>
            <a:ext cx="10452300" cy="5389500"/>
          </a:xfrm>
          <a:prstGeom prst="rect">
            <a:avLst/>
          </a:prstGeom>
          <a:noFill/>
          <a:ln>
            <a:noFill/>
          </a:ln>
        </p:spPr>
        <p:txBody>
          <a:bodyPr anchorCtr="0" anchor="t" bIns="45700" lIns="91425" spcFirstLastPara="1" rIns="91425" wrap="square" tIns="45700">
            <a:noAutofit/>
          </a:bodyPr>
          <a:lstStyle/>
          <a:p>
            <a:pPr indent="0" lvl="0" marL="0" rtl="0" algn="l">
              <a:lnSpc>
                <a:spcPct val="105000"/>
              </a:lnSpc>
              <a:spcBef>
                <a:spcPts val="1400"/>
              </a:spcBef>
              <a:spcAft>
                <a:spcPts val="0"/>
              </a:spcAft>
              <a:buClr>
                <a:schemeClr val="dk1"/>
              </a:buClr>
              <a:buSzPts val="1100"/>
              <a:buFont typeface="Arial"/>
              <a:buNone/>
            </a:pPr>
            <a:r>
              <a:rPr b="1" lang="en-US" sz="1500">
                <a:solidFill>
                  <a:schemeClr val="dk1"/>
                </a:solidFill>
              </a:rPr>
              <a:t>🔮 Predictive Modeling</a:t>
            </a:r>
            <a:endParaRPr b="1" sz="15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lang="en-US" sz="1300">
                <a:solidFill>
                  <a:schemeClr val="dk1"/>
                </a:solidFill>
              </a:rPr>
              <a:t>Develop machine-learning models to predict:</a:t>
            </a:r>
            <a:endParaRPr sz="1300">
              <a:solidFill>
                <a:schemeClr val="dk1"/>
              </a:solidFill>
            </a:endParaRPr>
          </a:p>
          <a:p>
            <a:pPr indent="-311150" lvl="0" marL="457200" rtl="0" algn="l">
              <a:lnSpc>
                <a:spcPct val="105000"/>
              </a:lnSpc>
              <a:spcBef>
                <a:spcPts val="1200"/>
              </a:spcBef>
              <a:spcAft>
                <a:spcPts val="0"/>
              </a:spcAft>
              <a:buClr>
                <a:schemeClr val="dk1"/>
              </a:buClr>
              <a:buSzPts val="1300"/>
              <a:buChar char="●"/>
            </a:pPr>
            <a:r>
              <a:rPr lang="en-US" sz="1300">
                <a:solidFill>
                  <a:schemeClr val="dk1"/>
                </a:solidFill>
              </a:rPr>
              <a:t>Crop yield</a:t>
            </a:r>
            <a:endParaRPr sz="1300">
              <a:solidFill>
                <a:schemeClr val="dk1"/>
              </a:solidFill>
            </a:endParaRPr>
          </a:p>
          <a:p>
            <a:pPr indent="-311150" lvl="0" marL="457200" rtl="0" algn="l">
              <a:lnSpc>
                <a:spcPct val="105000"/>
              </a:lnSpc>
              <a:spcBef>
                <a:spcPts val="0"/>
              </a:spcBef>
              <a:spcAft>
                <a:spcPts val="0"/>
              </a:spcAft>
              <a:buClr>
                <a:schemeClr val="dk1"/>
              </a:buClr>
              <a:buSzPts val="1300"/>
              <a:buChar char="●"/>
            </a:pPr>
            <a:r>
              <a:rPr lang="en-US" sz="1300">
                <a:solidFill>
                  <a:schemeClr val="dk1"/>
                </a:solidFill>
              </a:rPr>
              <a:t>Farm profit</a:t>
            </a:r>
            <a:endParaRPr sz="1300">
              <a:solidFill>
                <a:schemeClr val="dk1"/>
              </a:solidFill>
            </a:endParaRPr>
          </a:p>
          <a:p>
            <a:pPr indent="-311150" lvl="0" marL="457200" rtl="0" algn="l">
              <a:lnSpc>
                <a:spcPct val="105000"/>
              </a:lnSpc>
              <a:spcBef>
                <a:spcPts val="0"/>
              </a:spcBef>
              <a:spcAft>
                <a:spcPts val="0"/>
              </a:spcAft>
              <a:buClr>
                <a:schemeClr val="dk1"/>
              </a:buClr>
              <a:buSzPts val="1300"/>
              <a:buChar char="●"/>
            </a:pPr>
            <a:r>
              <a:rPr lang="en-US" sz="1300">
                <a:solidFill>
                  <a:schemeClr val="dk1"/>
                </a:solidFill>
              </a:rPr>
              <a:t>Water requirements</a:t>
            </a:r>
            <a:endParaRPr sz="1300">
              <a:solidFill>
                <a:schemeClr val="dk1"/>
              </a:solidFill>
            </a:endParaRPr>
          </a:p>
          <a:p>
            <a:pPr indent="-311150" lvl="0" marL="457200" rtl="0" algn="l">
              <a:lnSpc>
                <a:spcPct val="105000"/>
              </a:lnSpc>
              <a:spcBef>
                <a:spcPts val="0"/>
              </a:spcBef>
              <a:spcAft>
                <a:spcPts val="0"/>
              </a:spcAft>
              <a:buClr>
                <a:schemeClr val="dk1"/>
              </a:buClr>
              <a:buSzPts val="1300"/>
              <a:buChar char="●"/>
            </a:pPr>
            <a:r>
              <a:rPr lang="en-US" sz="1300">
                <a:solidFill>
                  <a:schemeClr val="dk1"/>
                </a:solidFill>
              </a:rPr>
              <a:t>Disease/pest risk</a:t>
            </a:r>
            <a:endParaRPr sz="1300">
              <a:solidFill>
                <a:schemeClr val="dk1"/>
              </a:solidFill>
            </a:endParaRPr>
          </a:p>
          <a:p>
            <a:pPr indent="0" lvl="0" marL="0" rtl="0" algn="l">
              <a:lnSpc>
                <a:spcPct val="105000"/>
              </a:lnSpc>
              <a:spcBef>
                <a:spcPts val="1400"/>
              </a:spcBef>
              <a:spcAft>
                <a:spcPts val="0"/>
              </a:spcAft>
              <a:buClr>
                <a:schemeClr val="dk1"/>
              </a:buClr>
              <a:buSzPts val="1100"/>
              <a:buFont typeface="Arial"/>
              <a:buNone/>
            </a:pPr>
            <a:r>
              <a:rPr b="1" lang="en-US" sz="1500">
                <a:solidFill>
                  <a:schemeClr val="dk1"/>
                </a:solidFill>
              </a:rPr>
              <a:t>💧 Smart Water Management</a:t>
            </a:r>
            <a:endParaRPr b="1" sz="15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lang="en-US" sz="1300">
                <a:solidFill>
                  <a:schemeClr val="dk1"/>
                </a:solidFill>
              </a:rPr>
              <a:t>Use historical and environmental data to recommend </a:t>
            </a:r>
            <a:r>
              <a:rPr b="1" lang="en-US" sz="1300">
                <a:solidFill>
                  <a:schemeClr val="dk1"/>
                </a:solidFill>
              </a:rPr>
              <a:t>optimal irrigation levels</a:t>
            </a:r>
            <a:r>
              <a:rPr lang="en-US" sz="1300">
                <a:solidFill>
                  <a:schemeClr val="dk1"/>
                </a:solidFill>
              </a:rPr>
              <a:t> and improve water efficiency.</a:t>
            </a:r>
            <a:endParaRPr sz="1300">
              <a:solidFill>
                <a:schemeClr val="dk1"/>
              </a:solidFill>
            </a:endParaRPr>
          </a:p>
          <a:p>
            <a:pPr indent="0" lvl="0" marL="0" rtl="0" algn="l">
              <a:lnSpc>
                <a:spcPct val="105000"/>
              </a:lnSpc>
              <a:spcBef>
                <a:spcPts val="1400"/>
              </a:spcBef>
              <a:spcAft>
                <a:spcPts val="0"/>
              </a:spcAft>
              <a:buClr>
                <a:schemeClr val="dk1"/>
              </a:buClr>
              <a:buSzPts val="1100"/>
              <a:buFont typeface="Arial"/>
              <a:buNone/>
            </a:pPr>
            <a:r>
              <a:rPr b="1" lang="en-US" sz="1500">
                <a:solidFill>
                  <a:schemeClr val="dk1"/>
                </a:solidFill>
              </a:rPr>
              <a:t>🌾 Crop Recommendation System</a:t>
            </a:r>
            <a:endParaRPr b="1" sz="15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lang="en-US" sz="1300">
                <a:solidFill>
                  <a:schemeClr val="dk1"/>
                </a:solidFill>
              </a:rPr>
              <a:t>Build a recommendation system that suggests the </a:t>
            </a:r>
            <a:r>
              <a:rPr b="1" lang="en-US" sz="1300">
                <a:solidFill>
                  <a:schemeClr val="dk1"/>
                </a:solidFill>
              </a:rPr>
              <a:t>most suitable crop and season</a:t>
            </a:r>
            <a:r>
              <a:rPr lang="en-US" sz="1300">
                <a:solidFill>
                  <a:schemeClr val="dk1"/>
                </a:solidFill>
              </a:rPr>
              <a:t> based on:</a:t>
            </a:r>
            <a:endParaRPr sz="1300">
              <a:solidFill>
                <a:schemeClr val="dk1"/>
              </a:solidFill>
            </a:endParaRPr>
          </a:p>
          <a:p>
            <a:pPr indent="-311150" lvl="0" marL="457200" rtl="0" algn="l">
              <a:lnSpc>
                <a:spcPct val="105000"/>
              </a:lnSpc>
              <a:spcBef>
                <a:spcPts val="1200"/>
              </a:spcBef>
              <a:spcAft>
                <a:spcPts val="0"/>
              </a:spcAft>
              <a:buClr>
                <a:schemeClr val="dk1"/>
              </a:buClr>
              <a:buSzPts val="1300"/>
              <a:buChar char="●"/>
            </a:pPr>
            <a:r>
              <a:rPr lang="en-US" sz="1300">
                <a:solidFill>
                  <a:schemeClr val="dk1"/>
                </a:solidFill>
              </a:rPr>
              <a:t>State/location</a:t>
            </a:r>
            <a:endParaRPr sz="1300">
              <a:solidFill>
                <a:schemeClr val="dk1"/>
              </a:solidFill>
            </a:endParaRPr>
          </a:p>
          <a:p>
            <a:pPr indent="-311150" lvl="0" marL="457200" rtl="0" algn="l">
              <a:lnSpc>
                <a:spcPct val="105000"/>
              </a:lnSpc>
              <a:spcBef>
                <a:spcPts val="0"/>
              </a:spcBef>
              <a:spcAft>
                <a:spcPts val="0"/>
              </a:spcAft>
              <a:buClr>
                <a:schemeClr val="dk1"/>
              </a:buClr>
              <a:buSzPts val="1300"/>
              <a:buChar char="●"/>
            </a:pPr>
            <a:r>
              <a:rPr lang="en-US" sz="1300">
                <a:solidFill>
                  <a:schemeClr val="dk1"/>
                </a:solidFill>
              </a:rPr>
              <a:t>Soil conditions</a:t>
            </a:r>
            <a:endParaRPr sz="1300">
              <a:solidFill>
                <a:schemeClr val="dk1"/>
              </a:solidFill>
            </a:endParaRPr>
          </a:p>
          <a:p>
            <a:pPr indent="-311150" lvl="0" marL="457200" rtl="0" algn="l">
              <a:lnSpc>
                <a:spcPct val="105000"/>
              </a:lnSpc>
              <a:spcBef>
                <a:spcPts val="0"/>
              </a:spcBef>
              <a:spcAft>
                <a:spcPts val="0"/>
              </a:spcAft>
              <a:buClr>
                <a:schemeClr val="dk1"/>
              </a:buClr>
              <a:buSzPts val="1300"/>
              <a:buChar char="●"/>
            </a:pPr>
            <a:r>
              <a:rPr lang="en-US" sz="1300">
                <a:solidFill>
                  <a:schemeClr val="dk1"/>
                </a:solidFill>
              </a:rPr>
              <a:t>Weather</a:t>
            </a:r>
            <a:endParaRPr sz="1300">
              <a:solidFill>
                <a:schemeClr val="dk1"/>
              </a:solidFill>
            </a:endParaRPr>
          </a:p>
          <a:p>
            <a:pPr indent="-311150" lvl="0" marL="457200" rtl="0" algn="l">
              <a:lnSpc>
                <a:spcPct val="105000"/>
              </a:lnSpc>
              <a:spcBef>
                <a:spcPts val="0"/>
              </a:spcBef>
              <a:spcAft>
                <a:spcPts val="0"/>
              </a:spcAft>
              <a:buClr>
                <a:schemeClr val="dk1"/>
              </a:buClr>
              <a:buSzPts val="1300"/>
              <a:buChar char="●"/>
            </a:pPr>
            <a:r>
              <a:rPr lang="en-US" sz="1300">
                <a:solidFill>
                  <a:schemeClr val="dk1"/>
                </a:solidFill>
              </a:rPr>
              <a:t>Available water</a:t>
            </a:r>
            <a:endParaRPr sz="1300">
              <a:solidFill>
                <a:schemeClr val="dk1"/>
              </a:solidFill>
            </a:endParaRPr>
          </a:p>
          <a:p>
            <a:pPr indent="-311150" lvl="0" marL="457200" rtl="0" algn="l">
              <a:lnSpc>
                <a:spcPct val="105000"/>
              </a:lnSpc>
              <a:spcBef>
                <a:spcPts val="0"/>
              </a:spcBef>
              <a:spcAft>
                <a:spcPts val="0"/>
              </a:spcAft>
              <a:buClr>
                <a:schemeClr val="dk1"/>
              </a:buClr>
              <a:buSzPts val="1300"/>
              <a:buChar char="●"/>
            </a:pPr>
            <a:r>
              <a:rPr lang="en-US" sz="1300">
                <a:solidFill>
                  <a:schemeClr val="dk1"/>
                </a:solidFill>
              </a:rPr>
              <a:t>Expected profitability</a:t>
            </a:r>
            <a:endParaRPr sz="1300">
              <a:solidFill>
                <a:schemeClr val="dk1"/>
              </a:solidFill>
            </a:endParaRPr>
          </a:p>
          <a:p>
            <a:pPr indent="0" lvl="0" marL="0" rtl="0" algn="l">
              <a:lnSpc>
                <a:spcPct val="105000"/>
              </a:lnSpc>
              <a:spcBef>
                <a:spcPts val="1400"/>
              </a:spcBef>
              <a:spcAft>
                <a:spcPts val="0"/>
              </a:spcAft>
              <a:buClr>
                <a:schemeClr val="dk1"/>
              </a:buClr>
              <a:buSzPts val="1100"/>
              <a:buFont typeface="Arial"/>
              <a:buNone/>
            </a:pPr>
            <a:r>
              <a:rPr b="1" lang="en-US" sz="1500">
                <a:solidFill>
                  <a:schemeClr val="dk1"/>
                </a:solidFill>
              </a:rPr>
              <a:t>📊 Interactive Dashboard</a:t>
            </a:r>
            <a:endParaRPr b="1" sz="1500">
              <a:solidFill>
                <a:schemeClr val="dk1"/>
              </a:solidFill>
            </a:endParaRPr>
          </a:p>
          <a:p>
            <a:pPr indent="0" lvl="0" marL="0" rtl="0" algn="l">
              <a:lnSpc>
                <a:spcPct val="105000"/>
              </a:lnSpc>
              <a:spcBef>
                <a:spcPts val="1200"/>
              </a:spcBef>
              <a:spcAft>
                <a:spcPts val="0"/>
              </a:spcAft>
              <a:buClr>
                <a:schemeClr val="dk1"/>
              </a:buClr>
              <a:buSzPts val="1100"/>
              <a:buFont typeface="Arial"/>
              <a:buNone/>
            </a:pPr>
            <a:r>
              <a:rPr lang="en-US" sz="1300">
                <a:solidFill>
                  <a:schemeClr val="dk1"/>
                </a:solidFill>
              </a:rPr>
              <a:t>Develop a dashboard using tools such as </a:t>
            </a:r>
            <a:r>
              <a:rPr b="1" lang="en-US" sz="1300">
                <a:solidFill>
                  <a:schemeClr val="dk1"/>
                </a:solidFill>
              </a:rPr>
              <a:t>Power BI, Tableau, or Streamlit</a:t>
            </a:r>
            <a:r>
              <a:rPr lang="en-US" sz="1300">
                <a:solidFill>
                  <a:schemeClr val="dk1"/>
                </a:solidFill>
              </a:rPr>
              <a:t> where users can interactively explore crop, state, and season performance.</a:t>
            </a:r>
            <a:endParaRPr sz="1300">
              <a:solidFill>
                <a:schemeClr val="dk1"/>
              </a:solidFill>
            </a:endParaRPr>
          </a:p>
          <a:p>
            <a:pPr indent="0" lvl="0" marL="0" marR="0" rtl="0" algn="l">
              <a:lnSpc>
                <a:spcPct val="90000"/>
              </a:lnSpc>
              <a:spcBef>
                <a:spcPts val="1200"/>
              </a:spcBef>
              <a:spcAft>
                <a:spcPts val="0"/>
              </a:spcAft>
              <a:buClr>
                <a:schemeClr val="accent1"/>
              </a:buClr>
              <a:buSzPts val="1600"/>
              <a:buFont typeface="Noto Sans Symbols"/>
              <a:buNone/>
            </a:pPr>
            <a:r>
              <a:t/>
            </a:r>
            <a:endParaRPr sz="2200">
              <a:solidFill>
                <a:schemeClr val="dk1"/>
              </a:solidFill>
              <a:latin typeface="Trebuchet MS"/>
              <a:ea typeface="Trebuchet MS"/>
              <a:cs typeface="Trebuchet MS"/>
              <a:sym typeface="Trebuchet MS"/>
            </a:endParaRPr>
          </a:p>
        </p:txBody>
      </p:sp>
      <p:sp>
        <p:nvSpPr>
          <p:cNvPr id="295" name="Google Shape;295;p33"/>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293"/>
                                        </p:tgtEl>
                                        <p:attrNameLst>
                                          <p:attrName>style.visibility</p:attrName>
                                        </p:attrNameLst>
                                      </p:cBhvr>
                                      <p:to>
                                        <p:strVal val="visible"/>
                                      </p:to>
                                    </p:set>
                                    <p:anim calcmode="lin" valueType="num">
                                      <p:cBhvr additive="base">
                                        <p:cTn dur="500"/>
                                        <p:tgtEl>
                                          <p:spTgt spid="293"/>
                                        </p:tgtEl>
                                        <p:attrNameLst>
                                          <p:attrName>ppt_w</p:attrName>
                                        </p:attrNameLst>
                                      </p:cBhvr>
                                      <p:tavLst>
                                        <p:tav fmla="" tm="0">
                                          <p:val>
                                            <p:strVal val="0"/>
                                          </p:val>
                                        </p:tav>
                                        <p:tav fmla="" tm="100000">
                                          <p:val>
                                            <p:strVal val="#ppt_w"/>
                                          </p:val>
                                        </p:tav>
                                      </p:tavLst>
                                    </p:anim>
                                    <p:anim calcmode="lin" valueType="num">
                                      <p:cBhvr additive="base">
                                        <p:cTn dur="500"/>
                                        <p:tgtEl>
                                          <p:spTgt spid="293"/>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4"/>
                                        </p:tgtEl>
                                        <p:attrNameLst>
                                          <p:attrName>style.visibility</p:attrName>
                                        </p:attrNameLst>
                                      </p:cBhvr>
                                      <p:to>
                                        <p:strVal val="visible"/>
                                      </p:to>
                                    </p:set>
                                    <p:animEffect filter="fade" transition="in">
                                      <p:cBhvr>
                                        <p:cTn dur="1000"/>
                                        <p:tgtEl>
                                          <p:spTgt spid="2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5"/>
                                        </p:tgtEl>
                                        <p:attrNameLst>
                                          <p:attrName>style.visibility</p:attrName>
                                        </p:attrNameLst>
                                      </p:cBhvr>
                                      <p:to>
                                        <p:strVal val="visible"/>
                                      </p:to>
                                    </p:set>
                                    <p:animEffect filter="fade" transition="in">
                                      <p:cBhvr>
                                        <p:cTn dur="1000"/>
                                        <p:tgtEl>
                                          <p:spTgt spid="2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pic>
        <p:nvPicPr>
          <p:cNvPr id="300" name="Google Shape;300;p34"/>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1" name="Google Shape;301;p34"/>
          <p:cNvSpPr txBox="1"/>
          <p:nvPr>
            <p:ph type="title"/>
          </p:nvPr>
        </p:nvSpPr>
        <p:spPr>
          <a:xfrm>
            <a:off x="675957" y="370589"/>
            <a:ext cx="4735798" cy="83099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4000"/>
              <a:buFont typeface="Trebuchet MS"/>
              <a:buNone/>
            </a:pPr>
            <a:r>
              <a:rPr lang="en-US" sz="4000"/>
              <a:t>GitHub Link</a:t>
            </a:r>
            <a:endParaRPr/>
          </a:p>
        </p:txBody>
      </p:sp>
      <p:sp>
        <p:nvSpPr>
          <p:cNvPr id="302" name="Google Shape;302;p34"/>
          <p:cNvSpPr txBox="1"/>
          <p:nvPr/>
        </p:nvSpPr>
        <p:spPr>
          <a:xfrm>
            <a:off x="675950" y="2091525"/>
            <a:ext cx="9584400" cy="2916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US" sz="3400" u="sng">
                <a:solidFill>
                  <a:schemeClr val="hlink"/>
                </a:solidFill>
                <a:latin typeface="Trebuchet MS"/>
                <a:ea typeface="Trebuchet MS"/>
                <a:cs typeface="Trebuchet MS"/>
                <a:sym typeface="Trebuchet MS"/>
                <a:hlinkClick r:id="rId4"/>
              </a:rPr>
              <a:t>https://github.com/Shyamanth-001/Seasonal-Agriculture-Performance-Analysis</a:t>
            </a:r>
            <a:endParaRPr sz="3400">
              <a:solidFill>
                <a:srgbClr val="3F3F3F"/>
              </a:solidFill>
              <a:latin typeface="Trebuchet MS"/>
              <a:ea typeface="Trebuchet MS"/>
              <a:cs typeface="Trebuchet MS"/>
              <a:sym typeface="Trebuchet M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500"/>
                                        <p:tgtEl>
                                          <p:spTgt spid="301"/>
                                        </p:tgtEl>
                                        <p:attrNameLst>
                                          <p:attrName>ppt_w</p:attrName>
                                        </p:attrNameLst>
                                      </p:cBhvr>
                                      <p:tavLst>
                                        <p:tav fmla="" tm="0">
                                          <p:val>
                                            <p:strVal val="0"/>
                                          </p:val>
                                        </p:tav>
                                        <p:tav fmla="" tm="100000">
                                          <p:val>
                                            <p:strVal val="#ppt_w"/>
                                          </p:val>
                                        </p:tav>
                                      </p:tavLst>
                                    </p:anim>
                                    <p:anim calcmode="lin" valueType="num">
                                      <p:cBhvr additive="base">
                                        <p:cTn dur="500"/>
                                        <p:tgtEl>
                                          <p:spTgt spid="301"/>
                                        </p:tgtEl>
                                        <p:attrNameLst>
                                          <p:attrName>ppt_h</p:attrName>
                                        </p:attrNameLst>
                                      </p:cBhvr>
                                      <p:tavLst>
                                        <p:tav fmla="" tm="0">
                                          <p:val>
                                            <p:strVal val="0"/>
                                          </p:val>
                                        </p:tav>
                                        <p:tav fmla=""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pic>
        <p:nvPicPr>
          <p:cNvPr id="307" name="Google Shape;307;p35"/>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
        <p:nvSpPr>
          <p:cNvPr id="308" name="Google Shape;308;p35"/>
          <p:cNvSpPr txBox="1"/>
          <p:nvPr>
            <p:ph type="title"/>
          </p:nvPr>
        </p:nvSpPr>
        <p:spPr>
          <a:xfrm>
            <a:off x="675957" y="370589"/>
            <a:ext cx="8351388" cy="884658"/>
          </a:xfrm>
          <a:prstGeom prst="rect">
            <a:avLst/>
          </a:prstGeom>
          <a:noFill/>
          <a:ln>
            <a:noFill/>
          </a:ln>
        </p:spPr>
        <p:txBody>
          <a:bodyPr anchorCtr="0" anchor="t" bIns="45700" lIns="91425" spcFirstLastPara="1" rIns="91425" wrap="square" tIns="45700">
            <a:normAutofit fontScale="90000"/>
          </a:bodyPr>
          <a:lstStyle/>
          <a:p>
            <a:pPr indent="0" lvl="0" marL="0" rtl="0" algn="l">
              <a:spcBef>
                <a:spcPts val="0"/>
              </a:spcBef>
              <a:spcAft>
                <a:spcPts val="0"/>
              </a:spcAft>
              <a:buClr>
                <a:schemeClr val="dk1"/>
              </a:buClr>
              <a:buSzPct val="100000"/>
              <a:buFont typeface="Trebuchet MS"/>
              <a:buNone/>
            </a:pPr>
            <a:r>
              <a:rPr lang="en-US" sz="3200"/>
              <a:t>VOIS Course completion certificate  </a:t>
            </a:r>
            <a:br>
              <a:rPr lang="en-US" sz="3200"/>
            </a:br>
            <a:r>
              <a:rPr lang="en-US" sz="3200"/>
              <a:t>Course name- Data Visualization </a:t>
            </a:r>
            <a:endParaRPr/>
          </a:p>
        </p:txBody>
      </p:sp>
      <p:sp>
        <p:nvSpPr>
          <p:cNvPr id="309" name="Google Shape;309;p35"/>
          <p:cNvSpPr txBox="1"/>
          <p:nvPr/>
        </p:nvSpPr>
        <p:spPr>
          <a:xfrm>
            <a:off x="320982"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sp>
        <p:nvSpPr>
          <p:cNvPr id="310" name="Google Shape;310;p35"/>
          <p:cNvSpPr txBox="1"/>
          <p:nvPr/>
        </p:nvSpPr>
        <p:spPr>
          <a:xfrm>
            <a:off x="4345694" y="1275371"/>
            <a:ext cx="3343561" cy="666078"/>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600"/>
              <a:buFont typeface="Noto Sans Symbols"/>
              <a:buNone/>
            </a:pPr>
            <a:r>
              <a:t/>
            </a:r>
            <a:endParaRPr sz="2000">
              <a:solidFill>
                <a:schemeClr val="dk1"/>
              </a:solidFill>
              <a:latin typeface="Trebuchet MS"/>
              <a:ea typeface="Trebuchet MS"/>
              <a:cs typeface="Trebuchet MS"/>
              <a:sym typeface="Trebuchet MS"/>
            </a:endParaRPr>
          </a:p>
        </p:txBody>
      </p:sp>
      <p:pic>
        <p:nvPicPr>
          <p:cNvPr id="311" name="Google Shape;311;p35"/>
          <p:cNvPicPr preferRelativeResize="0"/>
          <p:nvPr/>
        </p:nvPicPr>
        <p:blipFill>
          <a:blip r:embed="rId4">
            <a:alphaModFix/>
          </a:blip>
          <a:stretch>
            <a:fillRect/>
          </a:stretch>
        </p:blipFill>
        <p:spPr>
          <a:xfrm>
            <a:off x="1346000" y="1615350"/>
            <a:ext cx="7409175" cy="5242649"/>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08"/>
                                        </p:tgtEl>
                                        <p:attrNameLst>
                                          <p:attrName>style.visibility</p:attrName>
                                        </p:attrNameLst>
                                      </p:cBhvr>
                                      <p:to>
                                        <p:strVal val="visible"/>
                                      </p:to>
                                    </p:set>
                                    <p:anim calcmode="lin" valueType="num">
                                      <p:cBhvr additive="base">
                                        <p:cTn dur="500"/>
                                        <p:tgtEl>
                                          <p:spTgt spid="308"/>
                                        </p:tgtEl>
                                        <p:attrNameLst>
                                          <p:attrName>ppt_w</p:attrName>
                                        </p:attrNameLst>
                                      </p:cBhvr>
                                      <p:tavLst>
                                        <p:tav fmla="" tm="0">
                                          <p:val>
                                            <p:strVal val="0"/>
                                          </p:val>
                                        </p:tav>
                                        <p:tav fmla="" tm="100000">
                                          <p:val>
                                            <p:strVal val="#ppt_w"/>
                                          </p:val>
                                        </p:tav>
                                      </p:tavLst>
                                    </p:anim>
                                    <p:anim calcmode="lin" valueType="num">
                                      <p:cBhvr additive="base">
                                        <p:cTn dur="500"/>
                                        <p:tgtEl>
                                          <p:spTgt spid="308"/>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9"/>
                                        </p:tgtEl>
                                        <p:attrNameLst>
                                          <p:attrName>style.visibility</p:attrName>
                                        </p:attrNameLst>
                                      </p:cBhvr>
                                      <p:to>
                                        <p:strVal val="visible"/>
                                      </p:to>
                                    </p:set>
                                    <p:animEffect filter="fade" transition="in">
                                      <p:cBhvr>
                                        <p:cTn dur="1000"/>
                                        <p:tgtEl>
                                          <p:spTgt spid="3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0"/>
                                        </p:tgtEl>
                                        <p:attrNameLst>
                                          <p:attrName>style.visibility</p:attrName>
                                        </p:attrNameLst>
                                      </p:cBhvr>
                                      <p:to>
                                        <p:strVal val="visible"/>
                                      </p:to>
                                    </p:set>
                                    <p:animEffect filter="fade" transition="in">
                                      <p:cBhvr>
                                        <p:cTn dur="1000"/>
                                        <p:tgtEl>
                                          <p:spTgt spid="3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6"/>
          <p:cNvSpPr txBox="1"/>
          <p:nvPr>
            <p:ph type="title"/>
          </p:nvPr>
        </p:nvSpPr>
        <p:spPr>
          <a:xfrm>
            <a:off x="-123625" y="1551425"/>
            <a:ext cx="11340000" cy="7002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Trebuchet MS"/>
              <a:buNone/>
            </a:pPr>
            <a:r>
              <a:rPr b="1" lang="en-US" sz="4800">
                <a:solidFill>
                  <a:schemeClr val="dk1"/>
                </a:solidFill>
              </a:rPr>
              <a:t>Thank you</a:t>
            </a:r>
            <a:endParaRPr/>
          </a:p>
        </p:txBody>
      </p:sp>
      <p:sp>
        <p:nvSpPr>
          <p:cNvPr id="317" name="Google Shape;317;p36"/>
          <p:cNvSpPr txBox="1"/>
          <p:nvPr>
            <p:ph idx="8" type="body"/>
          </p:nvPr>
        </p:nvSpPr>
        <p:spPr>
          <a:xfrm>
            <a:off x="3727865" y="4641925"/>
            <a:ext cx="2139695" cy="1108635"/>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SzPts val="1280"/>
              <a:buNone/>
            </a:pPr>
            <a:r>
              <a:rPr lang="en-US"/>
              <a:t>.</a:t>
            </a:r>
            <a:endParaRPr/>
          </a:p>
        </p:txBody>
      </p:sp>
      <p:sp>
        <p:nvSpPr>
          <p:cNvPr id="318" name="Google Shape;318;p36"/>
          <p:cNvSpPr txBox="1"/>
          <p:nvPr/>
        </p:nvSpPr>
        <p:spPr>
          <a:xfrm>
            <a:off x="878337" y="4134780"/>
            <a:ext cx="2596574" cy="453919"/>
          </a:xfrm>
          <a:prstGeom prst="rect">
            <a:avLst/>
          </a:prstGeom>
          <a:noFill/>
          <a:ln>
            <a:noFill/>
          </a:ln>
        </p:spPr>
        <p:txBody>
          <a:bodyPr anchorCtr="0" anchor="t" bIns="45700" lIns="91425" spcFirstLastPara="1" rIns="91425" wrap="square" tIns="45700">
            <a:normAutofit lnSpcReduction="10000"/>
          </a:bodyPr>
          <a:lstStyle/>
          <a:p>
            <a:pPr indent="0" lvl="0" marL="0" marR="0" rtl="0" algn="ctr">
              <a:spcBef>
                <a:spcPts val="0"/>
              </a:spcBef>
              <a:spcAft>
                <a:spcPts val="0"/>
              </a:spcAft>
              <a:buClr>
                <a:schemeClr val="accent1"/>
              </a:buClr>
              <a:buSzPts val="1920"/>
              <a:buFont typeface="Noto Sans Symbols"/>
              <a:buNone/>
            </a:pPr>
            <a:r>
              <a:t/>
            </a:r>
            <a:endParaRPr b="1" sz="2400">
              <a:solidFill>
                <a:schemeClr val="accent4"/>
              </a:solidFill>
              <a:latin typeface="Trebuchet MS"/>
              <a:ea typeface="Trebuchet MS"/>
              <a:cs typeface="Trebuchet MS"/>
              <a:sym typeface="Trebuchet MS"/>
            </a:endParaRPr>
          </a:p>
        </p:txBody>
      </p:sp>
      <p:sp>
        <p:nvSpPr>
          <p:cNvPr id="319" name="Google Shape;319;p36"/>
          <p:cNvSpPr txBox="1"/>
          <p:nvPr/>
        </p:nvSpPr>
        <p:spPr>
          <a:xfrm>
            <a:off x="5353508" y="3962573"/>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20" name="Google Shape;320;p36"/>
          <p:cNvSpPr txBox="1"/>
          <p:nvPr/>
        </p:nvSpPr>
        <p:spPr>
          <a:xfrm>
            <a:off x="7789163" y="3962572"/>
            <a:ext cx="2596574" cy="453919"/>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760"/>
              <a:buFont typeface="Noto Sans Symbols"/>
              <a:buNone/>
            </a:pPr>
            <a:r>
              <a:t/>
            </a:r>
            <a:endParaRPr b="1" sz="2200">
              <a:solidFill>
                <a:schemeClr val="accent4"/>
              </a:solidFill>
              <a:latin typeface="Trebuchet MS"/>
              <a:ea typeface="Trebuchet MS"/>
              <a:cs typeface="Trebuchet MS"/>
              <a:sym typeface="Trebuchet MS"/>
            </a:endParaRPr>
          </a:p>
        </p:txBody>
      </p:sp>
      <p:sp>
        <p:nvSpPr>
          <p:cNvPr id="321" name="Google Shape;321;p36"/>
          <p:cNvSpPr txBox="1"/>
          <p:nvPr/>
        </p:nvSpPr>
        <p:spPr>
          <a:xfrm>
            <a:off x="6096000"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t/>
            </a:r>
            <a:endParaRPr sz="1600">
              <a:solidFill>
                <a:schemeClr val="dk1"/>
              </a:solidFill>
              <a:latin typeface="Trebuchet MS"/>
              <a:ea typeface="Trebuchet MS"/>
              <a:cs typeface="Trebuchet MS"/>
              <a:sym typeface="Trebuchet MS"/>
            </a:endParaRPr>
          </a:p>
        </p:txBody>
      </p:sp>
      <p:sp>
        <p:nvSpPr>
          <p:cNvPr id="322" name="Google Shape;322;p36"/>
          <p:cNvSpPr txBox="1"/>
          <p:nvPr/>
        </p:nvSpPr>
        <p:spPr>
          <a:xfrm>
            <a:off x="8591363" y="4641925"/>
            <a:ext cx="2139695" cy="1108635"/>
          </a:xfrm>
          <a:prstGeom prst="rect">
            <a:avLst/>
          </a:prstGeom>
          <a:noFill/>
          <a:ln>
            <a:noFill/>
          </a:ln>
        </p:spPr>
        <p:txBody>
          <a:bodyPr anchorCtr="0" anchor="t" bIns="45700" lIns="91425" spcFirstLastPara="1" rIns="91425" wrap="square" tIns="45700">
            <a:normAutofit/>
          </a:bodyPr>
          <a:lstStyle/>
          <a:p>
            <a:pPr indent="0" lvl="0" marL="0" marR="0" rtl="0" algn="ctr">
              <a:spcBef>
                <a:spcPts val="0"/>
              </a:spcBef>
              <a:spcAft>
                <a:spcPts val="0"/>
              </a:spcAft>
              <a:buClr>
                <a:schemeClr val="accent1"/>
              </a:buClr>
              <a:buSzPts val="1280"/>
              <a:buFont typeface="Noto Sans Symbols"/>
              <a:buNone/>
            </a:pPr>
            <a:r>
              <a:rPr lang="en-US" sz="1600">
                <a:solidFill>
                  <a:schemeClr val="dk1"/>
                </a:solidFill>
                <a:latin typeface="Trebuchet MS"/>
                <a:ea typeface="Trebuchet MS"/>
                <a:cs typeface="Trebuchet MS"/>
                <a:sym typeface="Trebuchet MS"/>
              </a:rPr>
              <a:t>.</a:t>
            </a:r>
            <a:endParaRPr/>
          </a:p>
        </p:txBody>
      </p:sp>
      <p:pic>
        <p:nvPicPr>
          <p:cNvPr id="323" name="Google Shape;323;p36"/>
          <p:cNvPicPr preferRelativeResize="0"/>
          <p:nvPr/>
        </p:nvPicPr>
        <p:blipFill rotWithShape="1">
          <a:blip r:embed="rId3">
            <a:alphaModFix/>
          </a:blip>
          <a:srcRect b="0" l="0" r="0" t="96181"/>
          <a:stretch/>
        </p:blipFill>
        <p:spPr>
          <a:xfrm>
            <a:off x="675957" y="6471920"/>
            <a:ext cx="2143125" cy="19304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3" presetSubtype="16">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500"/>
                                        <p:tgtEl>
                                          <p:spTgt spid="316"/>
                                        </p:tgtEl>
                                        <p:attrNameLst>
                                          <p:attrName>ppt_w</p:attrName>
                                        </p:attrNameLst>
                                      </p:cBhvr>
                                      <p:tavLst>
                                        <p:tav fmla="" tm="0">
                                          <p:val>
                                            <p:strVal val="0"/>
                                          </p:val>
                                        </p:tav>
                                        <p:tav fmla="" tm="100000">
                                          <p:val>
                                            <p:strVal val="#ppt_w"/>
                                          </p:val>
                                        </p:tav>
                                      </p:tavLst>
                                    </p:anim>
                                    <p:anim calcmode="lin" valueType="num">
                                      <p:cBhvr additive="base">
                                        <p:cTn dur="500"/>
                                        <p:tgtEl>
                                          <p:spTgt spid="316"/>
                                        </p:tgtEl>
                                        <p:attrNameLst>
                                          <p:attrName>ppt_h</p:attrName>
                                        </p:attrNameLst>
                                      </p:cBhvr>
                                      <p:tavLst>
                                        <p:tav fmla="" tm="0">
                                          <p:val>
                                            <p:strVal val="0"/>
                                          </p:val>
                                        </p:tav>
                                        <p:tav fmla="" tm="100000">
                                          <p:val>
                                            <p:strVal val="#ppt_h"/>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8"/>
                                        </p:tgtEl>
                                        <p:attrNameLst>
                                          <p:attrName>style.visibility</p:attrName>
                                        </p:attrNameLst>
                                      </p:cBhvr>
                                      <p:to>
                                        <p:strVal val="visible"/>
                                      </p:to>
                                    </p:set>
                                    <p:animEffect filter="fade" transition="in">
                                      <p:cBhvr>
                                        <p:cTn dur="500"/>
                                        <p:tgtEl>
                                          <p:spTgt spid="3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7">
                                            <p:txEl>
                                              <p:pRg end="0" st="0"/>
                                            </p:txEl>
                                          </p:spTgt>
                                        </p:tgtEl>
                                        <p:attrNameLst>
                                          <p:attrName>style.visibility</p:attrName>
                                        </p:attrNameLst>
                                      </p:cBhvr>
                                      <p:to>
                                        <p:strVal val="visible"/>
                                      </p:to>
                                    </p:set>
                                    <p:animEffect filter="fade" transition="in">
                                      <p:cBhvr>
                                        <p:cTn dur="500"/>
                                        <p:tgtEl>
                                          <p:spTgt spid="31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9"/>
                                        </p:tgtEl>
                                        <p:attrNameLst>
                                          <p:attrName>style.visibility</p:attrName>
                                        </p:attrNameLst>
                                      </p:cBhvr>
                                      <p:to>
                                        <p:strVal val="visible"/>
                                      </p:to>
                                    </p:set>
                                    <p:animEffect filter="fade" transition="in">
                                      <p:cBhvr>
                                        <p:cTn dur="500"/>
                                        <p:tgtEl>
                                          <p:spTgt spid="3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1"/>
                                        </p:tgtEl>
                                        <p:attrNameLst>
                                          <p:attrName>style.visibility</p:attrName>
                                        </p:attrNameLst>
                                      </p:cBhvr>
                                      <p:to>
                                        <p:strVal val="visible"/>
                                      </p:to>
                                    </p:set>
                                    <p:animEffect filter="fade" transition="in">
                                      <p:cBhvr>
                                        <p:cTn dur="500"/>
                                        <p:tgtEl>
                                          <p:spTgt spid="3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0"/>
                                        </p:tgtEl>
                                        <p:attrNameLst>
                                          <p:attrName>style.visibility</p:attrName>
                                        </p:attrNameLst>
                                      </p:cBhvr>
                                      <p:to>
                                        <p:strVal val="visible"/>
                                      </p:to>
                                    </p:set>
                                    <p:animEffect filter="fade" transition="in">
                                      <p:cBhvr>
                                        <p:cTn dur="500"/>
                                        <p:tgtEl>
                                          <p:spTgt spid="3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gtEl>
                                        <p:attrNameLst>
                                          <p:attrName>style.visibility</p:attrName>
                                        </p:attrNameLst>
                                      </p:cBhvr>
                                      <p:to>
                                        <p:strVal val="visible"/>
                                      </p:to>
                                    </p:set>
                                    <p:animEffect filter="fade" transition="in">
                                      <p:cBhvr>
                                        <p:cTn dur="500"/>
                                        <p:tgtEl>
                                          <p:spTgt spid="3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Facet">
  <a:themeElements>
    <a:clrScheme name="Facet">
      <a:dk1>
        <a:srgbClr val="000000"/>
      </a:dk1>
      <a:lt1>
        <a:srgbClr val="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